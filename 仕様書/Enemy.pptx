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3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A2A04B-8C89-4CC1-A73B-CF8CE07A65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1B35066-F85C-4FE4-80BA-C71AB6EDF6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E3337E5-4DD4-4A84-8155-4011712BA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71A78-F6D6-49BC-8378-A440D1241C02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14B6890-1656-437A-8F10-1A7F37CA5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410BEE2-6F37-4791-B55A-E8A43DD10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AC495-1D41-4B2F-9920-BCAC05513D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1136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71CBDF-0574-449F-A358-7327FA8C6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37FFD1B-905D-4EC8-966C-5CA5EAA2EB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E084D00-DACC-4813-998D-AB9507D01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71A78-F6D6-49BC-8378-A440D1241C02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DAD7589-97C9-4FDF-BEE7-1023A5B51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A39EBC1-159B-40FE-AABF-5580610F3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AC495-1D41-4B2F-9920-BCAC05513D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9803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59BE78-57E1-436E-990D-AC5205F6C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0C1F19D-D371-4AD6-A06D-BDEE6711BA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C51D3B1-EC39-4B39-8531-F6B6AA438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71A78-F6D6-49BC-8378-A440D1241C02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71A7177-9F2A-40D9-ABD7-CDF0EF5AD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93ED2FB-5063-44FA-B24B-8A9B42216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AC495-1D41-4B2F-9920-BCAC05513D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128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79353A-57DB-4BFB-B895-87CBFA591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7A5EF95-E36E-4F18-B0F9-B0CAF38B08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174D736-1A61-45BD-BEE9-30B50AFC02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6646F00-FE8D-428C-9183-3EDA5D599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71A78-F6D6-49BC-8378-A440D1241C02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41EDE7A-42AC-4680-88F7-574B1D390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9478927-C483-47E9-AC69-09CDF147D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AC495-1D41-4B2F-9920-BCAC05513D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8810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1493B5-8B60-4BC4-B0D9-D1AB03AB6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8789190-951D-49B3-AED4-26AE803CB5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8809176-C552-4691-B62D-D607A5B6CE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2FFFDDF-6E8C-4384-A326-F331047054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67913DE-3472-4DFD-8ED9-92A49EAFEF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A46161B-DFC0-488D-9EB6-F54564DD6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71A78-F6D6-49BC-8378-A440D1241C02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2452B81-EE90-409F-B093-6A4A62BAA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7477AF6-4C6A-429E-9F64-355D21A84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AC495-1D41-4B2F-9920-BCAC05513D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418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32B74C-FB3C-4261-9402-A6AC390CD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01B91D1-2B89-43B7-B63B-B99D64FCA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71A78-F6D6-49BC-8378-A440D1241C02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6AE30EE-DD33-4D5C-B6BF-62FAAF1C4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12C27D8-590D-4EB3-B2D1-0E8155EB9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AC495-1D41-4B2F-9920-BCAC05513D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1752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FBCA16A-3F62-435B-A2A4-B31FCC781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71A78-F6D6-49BC-8378-A440D1241C02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51D2069-27EB-43A1-8E4E-7220F0FA2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3B03AAC-A0D9-4AC3-A750-A3B5B7D45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AC495-1D41-4B2F-9920-BCAC05513D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4089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90AA9A-54BF-48B6-9E76-151CE47DD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08DBBE6-3BBD-47BD-8C6A-4F437F7F94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2D91CF2-FD1F-44E4-89D8-FA7886B9E0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E14A84A-26F9-4AAE-8C1E-3AE8A401F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71A78-F6D6-49BC-8378-A440D1241C02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614FDF6-1003-4C91-A95A-DCB3D30D9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442F1E8-292C-41CE-A246-B238384B7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AC495-1D41-4B2F-9920-BCAC05513D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7776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E27C9C-B4E2-4B35-9D27-C48B2556A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9D44902-227F-4357-AB54-A128A34AA1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FE26B5D-96C9-4F56-97A3-51A38FF8D8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2416DDD-4FBF-4A87-B84D-F5980B3A5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71A78-F6D6-49BC-8378-A440D1241C02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C1B1320-40ED-4A17-994D-5A7E12FE6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E8560BC-7A85-415A-A263-22ACA76CE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AC495-1D41-4B2F-9920-BCAC05513D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3485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BF331C-496D-47FD-A3A9-0E8DC5CC6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D959F3-6FD9-4C50-AB84-B79D3B1FA8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0B459C5-A82D-4A83-BF56-A2D6F5EC2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71A78-F6D6-49BC-8378-A440D1241C02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48F9C08-F0A9-4FBE-99EE-CDDEDB7E1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6A0BC00-ECA8-4FBC-AC88-3FF692A07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AC495-1D41-4B2F-9920-BCAC05513D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3508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9759965-BCBD-402C-94C2-9E4C6E2A37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6D0379A-9CA0-456D-AF99-A9F2CE9E4E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733B73A-D584-40D8-874A-5101B8AF8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71A78-F6D6-49BC-8378-A440D1241C02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7378850-41E6-41A3-B79B-BBD3FE2A2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CFBECB6-122F-4C08-83CC-686787C1D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AC495-1D41-4B2F-9920-BCAC05513D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8216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0809C41-8FEC-413F-8161-2FCD6F4C0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90173D6-AF9C-4BD6-92C5-B45CBB5170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4E34765-0C1C-4A56-8904-EB3C471EA1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C71A78-F6D6-49BC-8378-A440D1241C02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A9DAC1E-9CC6-4450-BD3D-D3CEBA8C5F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09BE331-D761-4A4B-B814-5A67BC5FA6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CAC495-1D41-4B2F-9920-BCAC05513D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7410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DCD8C1F-CD58-4D7D-9892-C648452339A2}"/>
              </a:ext>
            </a:extLst>
          </p:cNvPr>
          <p:cNvSpPr/>
          <p:nvPr/>
        </p:nvSpPr>
        <p:spPr>
          <a:xfrm>
            <a:off x="756343" y="6241968"/>
            <a:ext cx="1230957" cy="120160"/>
          </a:xfrm>
          <a:prstGeom prst="rect">
            <a:avLst/>
          </a:prstGeom>
          <a:solidFill>
            <a:srgbClr val="C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A7174EB-295D-4EC6-83CC-3E6EC798CD12}"/>
              </a:ext>
            </a:extLst>
          </p:cNvPr>
          <p:cNvSpPr txBox="1"/>
          <p:nvPr/>
        </p:nvSpPr>
        <p:spPr>
          <a:xfrm>
            <a:off x="2471737" y="672510"/>
            <a:ext cx="187743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400" dirty="0"/>
              <a:t>一般敵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58E5F64-3ACA-4312-A336-1321E3017DE4}"/>
              </a:ext>
            </a:extLst>
          </p:cNvPr>
          <p:cNvSpPr txBox="1"/>
          <p:nvPr/>
        </p:nvSpPr>
        <p:spPr>
          <a:xfrm>
            <a:off x="514350" y="2300288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000" dirty="0"/>
              <a:t>ー仕様ー</a:t>
            </a:r>
            <a:endParaRPr kumimoji="1" lang="ja-JP" altLang="en-US" sz="40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7B56265-8323-405F-880E-09C8005DC612}"/>
              </a:ext>
            </a:extLst>
          </p:cNvPr>
          <p:cNvSpPr txBox="1"/>
          <p:nvPr/>
        </p:nvSpPr>
        <p:spPr>
          <a:xfrm>
            <a:off x="514350" y="3004455"/>
            <a:ext cx="105977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視界に入ると</a:t>
            </a:r>
            <a:r>
              <a:rPr kumimoji="1" lang="en-US" altLang="ja-JP" dirty="0"/>
              <a:t>2</a:t>
            </a:r>
            <a:r>
              <a:rPr kumimoji="1" lang="ja-JP" altLang="en-US" dirty="0"/>
              <a:t>秒間プレイヤーに向けて追尾し、打つ位置が決まると</a:t>
            </a:r>
            <a:r>
              <a:rPr kumimoji="1" lang="en-US" altLang="ja-JP" dirty="0"/>
              <a:t>3</a:t>
            </a:r>
            <a:r>
              <a:rPr kumimoji="1" lang="ja-JP" altLang="en-US" dirty="0"/>
              <a:t>秒時点で一直線にビームを打つ</a:t>
            </a:r>
            <a:endParaRPr kumimoji="1" lang="en-US" altLang="ja-JP" dirty="0"/>
          </a:p>
          <a:p>
            <a:r>
              <a:rPr lang="ja-JP" altLang="en-US" dirty="0"/>
              <a:t>狙っている途中で</a:t>
            </a:r>
            <a:r>
              <a:rPr lang="en-US" altLang="ja-JP" dirty="0"/>
              <a:t>Player</a:t>
            </a:r>
            <a:r>
              <a:rPr lang="ja-JP" altLang="en-US" dirty="0"/>
              <a:t>が壁などの死角に入ると追尾をやめる</a:t>
            </a:r>
            <a:endParaRPr kumimoji="1" lang="ja-JP" altLang="en-US" dirty="0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3E32A82A-7CE9-4068-A8E8-914230549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7757" y="5697819"/>
            <a:ext cx="1230957" cy="1088296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CA1CCBDA-4CE3-468C-9DBC-1CF81BB2C6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5159" y="5458548"/>
            <a:ext cx="1566840" cy="1566840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3939DF65-2E6C-41C5-B8E9-2C5090DD7B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9775" y="4609523"/>
            <a:ext cx="1230957" cy="1088296"/>
          </a:xfrm>
          <a:prstGeom prst="rect">
            <a:avLst/>
          </a:prstGeom>
        </p:spPr>
      </p:pic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8844C8A7-0059-47CC-BECF-931E4BC56942}"/>
              </a:ext>
            </a:extLst>
          </p:cNvPr>
          <p:cNvSpPr/>
          <p:nvPr/>
        </p:nvSpPr>
        <p:spPr>
          <a:xfrm rot="1993599">
            <a:off x="3254513" y="4863713"/>
            <a:ext cx="1230957" cy="120160"/>
          </a:xfrm>
          <a:prstGeom prst="rect">
            <a:avLst/>
          </a:prstGeom>
          <a:solidFill>
            <a:srgbClr val="C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1" name="図 20">
            <a:extLst>
              <a:ext uri="{FF2B5EF4-FFF2-40B4-BE49-F238E27FC236}">
                <a16:creationId xmlns:a16="http://schemas.microsoft.com/office/drawing/2014/main" id="{77AC28D2-A009-4F40-88E2-C81EF61EEF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3390" y="3559555"/>
            <a:ext cx="1566840" cy="1566840"/>
          </a:xfrm>
          <a:prstGeom prst="rect">
            <a:avLst/>
          </a:prstGeom>
        </p:spPr>
      </p:pic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FAA7D4B9-B5C7-4390-B3FB-227040BBCBD7}"/>
              </a:ext>
            </a:extLst>
          </p:cNvPr>
          <p:cNvSpPr/>
          <p:nvPr/>
        </p:nvSpPr>
        <p:spPr>
          <a:xfrm rot="1993599">
            <a:off x="5355664" y="4428597"/>
            <a:ext cx="2635943" cy="174062"/>
          </a:xfrm>
          <a:prstGeom prst="rect">
            <a:avLst/>
          </a:prstGeom>
          <a:solidFill>
            <a:srgbClr val="C00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4" name="図 23">
            <a:extLst>
              <a:ext uri="{FF2B5EF4-FFF2-40B4-BE49-F238E27FC236}">
                <a16:creationId xmlns:a16="http://schemas.microsoft.com/office/drawing/2014/main" id="{965436CB-D3C2-4A06-ACE4-ED53851323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2286" y="4369563"/>
            <a:ext cx="1566840" cy="1566840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FCC44C60-C2BB-434C-9929-2F1D4610F0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6293" y="4608835"/>
            <a:ext cx="1230957" cy="1088296"/>
          </a:xfrm>
          <a:prstGeom prst="rect">
            <a:avLst/>
          </a:prstGeom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BAC1AB7E-52A8-4B9E-9423-C4F87F8128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9502" y="4342975"/>
            <a:ext cx="1566840" cy="1566840"/>
          </a:xfrm>
          <a:prstGeom prst="rect">
            <a:avLst/>
          </a:prstGeom>
        </p:spPr>
      </p:pic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D8AE375D-5378-443E-B097-40CAFD5276C6}"/>
              </a:ext>
            </a:extLst>
          </p:cNvPr>
          <p:cNvSpPr/>
          <p:nvPr/>
        </p:nvSpPr>
        <p:spPr>
          <a:xfrm rot="1993599">
            <a:off x="8761716" y="4472212"/>
            <a:ext cx="2635943" cy="17406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BCCD8376-3E47-415C-BF77-D4136FBAC9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043" y="4650403"/>
            <a:ext cx="1230957" cy="1005160"/>
          </a:xfrm>
          <a:prstGeom prst="rect">
            <a:avLst/>
          </a:prstGeom>
        </p:spPr>
      </p:pic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A3B5087F-C264-4F13-BAFE-902307FD9BE0}"/>
              </a:ext>
            </a:extLst>
          </p:cNvPr>
          <p:cNvSpPr txBox="1"/>
          <p:nvPr/>
        </p:nvSpPr>
        <p:spPr>
          <a:xfrm flipH="1">
            <a:off x="1626559" y="4860595"/>
            <a:ext cx="12309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/>
              <a:t>追尾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E43B108E-5585-4251-8002-B393800E9185}"/>
              </a:ext>
            </a:extLst>
          </p:cNvPr>
          <p:cNvSpPr txBox="1"/>
          <p:nvPr/>
        </p:nvSpPr>
        <p:spPr>
          <a:xfrm rot="18793605" flipH="1">
            <a:off x="3006323" y="5232307"/>
            <a:ext cx="683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/>
              <a:t>→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370309F3-4C8E-4253-A282-3E9BEF31137E}"/>
              </a:ext>
            </a:extLst>
          </p:cNvPr>
          <p:cNvSpPr txBox="1"/>
          <p:nvPr/>
        </p:nvSpPr>
        <p:spPr>
          <a:xfrm>
            <a:off x="6828775" y="5779859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決定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0A0AB880-7147-447B-9225-3937CC41DAB2}"/>
              </a:ext>
            </a:extLst>
          </p:cNvPr>
          <p:cNvSpPr txBox="1"/>
          <p:nvPr/>
        </p:nvSpPr>
        <p:spPr>
          <a:xfrm>
            <a:off x="10079687" y="5779859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射撃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2BD0762-E885-410F-8BD3-0AF7124BDC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080" y="152284"/>
            <a:ext cx="2088241" cy="181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800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A1B5BFB4-88C6-41EB-A4E2-5814C04BEF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3826" y="-322730"/>
            <a:ext cx="3702839" cy="2958353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8FF6B8C-025E-4417-9D9E-CE6C8307B779}"/>
              </a:ext>
            </a:extLst>
          </p:cNvPr>
          <p:cNvSpPr txBox="1"/>
          <p:nvPr/>
        </p:nvSpPr>
        <p:spPr>
          <a:xfrm>
            <a:off x="3059013" y="1156446"/>
            <a:ext cx="534296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400" dirty="0"/>
              <a:t>ボス</a:t>
            </a:r>
            <a:r>
              <a:rPr kumimoji="1" lang="en-US" altLang="ja-JP" sz="4400" dirty="0"/>
              <a:t>(</a:t>
            </a:r>
            <a:r>
              <a:rPr kumimoji="1" lang="ja-JP" altLang="en-US" sz="4400" dirty="0"/>
              <a:t>スナイパー</a:t>
            </a:r>
            <a:r>
              <a:rPr kumimoji="1" lang="en-US" altLang="ja-JP" sz="4400" dirty="0"/>
              <a:t>)</a:t>
            </a:r>
            <a:endParaRPr kumimoji="1" lang="ja-JP" altLang="en-US" sz="4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9C3A1DC-A26A-46CC-BD24-F5130847E9FA}"/>
              </a:ext>
            </a:extLst>
          </p:cNvPr>
          <p:cNvSpPr txBox="1"/>
          <p:nvPr/>
        </p:nvSpPr>
        <p:spPr>
          <a:xfrm>
            <a:off x="89338" y="2635623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dirty="0"/>
              <a:t>ー仕様</a:t>
            </a:r>
            <a:r>
              <a:rPr lang="ja-JP" altLang="en-US" sz="4000" dirty="0"/>
              <a:t>ー</a:t>
            </a:r>
            <a:endParaRPr kumimoji="1" lang="ja-JP" altLang="en-US" sz="40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51E1641-90A0-4F62-B95B-CEEF7F25A9CD}"/>
              </a:ext>
            </a:extLst>
          </p:cNvPr>
          <p:cNvSpPr txBox="1"/>
          <p:nvPr/>
        </p:nvSpPr>
        <p:spPr>
          <a:xfrm>
            <a:off x="89338" y="3343509"/>
            <a:ext cx="639149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ボスステージにのみ存在</a:t>
            </a:r>
            <a:endParaRPr kumimoji="1" lang="en-US" altLang="ja-JP" dirty="0"/>
          </a:p>
          <a:p>
            <a:r>
              <a:rPr kumimoji="1" lang="en-US" altLang="ja-JP" dirty="0"/>
              <a:t>Player</a:t>
            </a:r>
            <a:r>
              <a:rPr kumimoji="1" lang="ja-JP" altLang="en-US" dirty="0"/>
              <a:t>がマップを進んでいるところに遠くから狙い撃ちする</a:t>
            </a:r>
            <a:endParaRPr kumimoji="1" lang="en-US" altLang="ja-JP" dirty="0"/>
          </a:p>
          <a:p>
            <a:r>
              <a:rPr lang="ja-JP" altLang="en-US" dirty="0"/>
              <a:t>一般敵と同じく追尾する</a:t>
            </a:r>
            <a:endParaRPr lang="en-US" altLang="ja-JP" dirty="0"/>
          </a:p>
          <a:p>
            <a:r>
              <a:rPr kumimoji="1" lang="ja-JP" altLang="en-US" dirty="0"/>
              <a:t>ボスステージ最後に一般</a:t>
            </a:r>
            <a:r>
              <a:rPr lang="ja-JP" altLang="en-US" dirty="0"/>
              <a:t>敵と同じ要領で撃破可能</a:t>
            </a:r>
            <a:endParaRPr kumimoji="1" lang="ja-JP" altLang="en-US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1B8E10E-4299-4DAE-B315-37F513FFD185}"/>
              </a:ext>
            </a:extLst>
          </p:cNvPr>
          <p:cNvSpPr/>
          <p:nvPr/>
        </p:nvSpPr>
        <p:spPr>
          <a:xfrm>
            <a:off x="6933134" y="4165850"/>
            <a:ext cx="4841250" cy="26921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2" name="図 21">
            <a:extLst>
              <a:ext uri="{FF2B5EF4-FFF2-40B4-BE49-F238E27FC236}">
                <a16:creationId xmlns:a16="http://schemas.microsoft.com/office/drawing/2014/main" id="{F2089CDE-3E82-406F-AF46-67A295D2DE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3134" y="4812181"/>
            <a:ext cx="2346136" cy="2346136"/>
          </a:xfrm>
          <a:prstGeom prst="rect">
            <a:avLst/>
          </a:prstGeom>
        </p:spPr>
      </p:pic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8530F3C2-0CA6-457E-A960-423E8784B530}"/>
              </a:ext>
            </a:extLst>
          </p:cNvPr>
          <p:cNvGrpSpPr/>
          <p:nvPr/>
        </p:nvGrpSpPr>
        <p:grpSpPr>
          <a:xfrm>
            <a:off x="7658099" y="5511800"/>
            <a:ext cx="862013" cy="861219"/>
            <a:chOff x="1461135" y="6042782"/>
            <a:chExt cx="251460" cy="259080"/>
          </a:xfrm>
        </p:grpSpPr>
        <p:sp>
          <p:nvSpPr>
            <p:cNvPr id="10" name="楕円 9">
              <a:extLst>
                <a:ext uri="{FF2B5EF4-FFF2-40B4-BE49-F238E27FC236}">
                  <a16:creationId xmlns:a16="http://schemas.microsoft.com/office/drawing/2014/main" id="{05D7C4D3-D6CF-422A-B8A8-6576E19ADC2F}"/>
                </a:ext>
              </a:extLst>
            </p:cNvPr>
            <p:cNvSpPr/>
            <p:nvPr/>
          </p:nvSpPr>
          <p:spPr>
            <a:xfrm>
              <a:off x="1461135" y="6042782"/>
              <a:ext cx="251460" cy="259080"/>
            </a:xfrm>
            <a:prstGeom prst="ellipse">
              <a:avLst/>
            </a:prstGeom>
            <a:noFill/>
            <a:ln w="3492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F6E595DA-9D29-4DD5-9289-28B97BEC4BEA}"/>
                </a:ext>
              </a:extLst>
            </p:cNvPr>
            <p:cNvCxnSpPr>
              <a:cxnSpLocks/>
              <a:stCxn id="10" idx="0"/>
              <a:endCxn id="10" idx="4"/>
            </p:cNvCxnSpPr>
            <p:nvPr/>
          </p:nvCxnSpPr>
          <p:spPr>
            <a:xfrm>
              <a:off x="1586865" y="6042782"/>
              <a:ext cx="0" cy="259080"/>
            </a:xfrm>
            <a:prstGeom prst="line">
              <a:avLst/>
            </a:prstGeom>
            <a:ln w="349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コネクタ 17">
              <a:extLst>
                <a:ext uri="{FF2B5EF4-FFF2-40B4-BE49-F238E27FC236}">
                  <a16:creationId xmlns:a16="http://schemas.microsoft.com/office/drawing/2014/main" id="{EF09BFC8-05F7-4657-8E35-9F55956F7980}"/>
                </a:ext>
              </a:extLst>
            </p:cNvPr>
            <p:cNvCxnSpPr>
              <a:cxnSpLocks/>
              <a:stCxn id="10" idx="6"/>
              <a:endCxn id="10" idx="2"/>
            </p:cNvCxnSpPr>
            <p:nvPr/>
          </p:nvCxnSpPr>
          <p:spPr>
            <a:xfrm flipH="1">
              <a:off x="1461135" y="6172322"/>
              <a:ext cx="251460" cy="0"/>
            </a:xfrm>
            <a:prstGeom prst="line">
              <a:avLst/>
            </a:prstGeom>
            <a:ln w="349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2D3C80E-8B08-4CBC-97ED-EF7EB564A6D9}"/>
              </a:ext>
            </a:extLst>
          </p:cNvPr>
          <p:cNvSpPr txBox="1"/>
          <p:nvPr/>
        </p:nvSpPr>
        <p:spPr>
          <a:xfrm>
            <a:off x="6832318" y="3897507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画面イメージ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B2D26D2-CA22-4D6B-B5B0-D41C3D2AA347}"/>
              </a:ext>
            </a:extLst>
          </p:cNvPr>
          <p:cNvSpPr/>
          <p:nvPr/>
        </p:nvSpPr>
        <p:spPr>
          <a:xfrm>
            <a:off x="10318376" y="4165850"/>
            <a:ext cx="1456008" cy="9888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304822B9-95F1-4EE2-8B8F-833C2CFB01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4786" y="3955641"/>
            <a:ext cx="1456008" cy="1199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821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58B7B775-AB1F-49DA-AC29-07E3BC5084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0168" y="56763"/>
            <a:ext cx="3229181" cy="2578860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B4FE6D2-2F23-41F4-9356-02654CF8C90B}"/>
              </a:ext>
            </a:extLst>
          </p:cNvPr>
          <p:cNvSpPr txBox="1"/>
          <p:nvPr/>
        </p:nvSpPr>
        <p:spPr>
          <a:xfrm>
            <a:off x="3059013" y="1156446"/>
            <a:ext cx="73851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400" dirty="0"/>
              <a:t>ボス</a:t>
            </a:r>
            <a:r>
              <a:rPr kumimoji="1" lang="en-US" altLang="ja-JP" sz="4400" dirty="0"/>
              <a:t>(</a:t>
            </a:r>
            <a:r>
              <a:rPr kumimoji="1" lang="ja-JP" altLang="en-US" sz="4400" dirty="0"/>
              <a:t>ロケットランチャー</a:t>
            </a:r>
            <a:r>
              <a:rPr kumimoji="1" lang="en-US" altLang="ja-JP" sz="4400" dirty="0"/>
              <a:t>)</a:t>
            </a:r>
            <a:endParaRPr kumimoji="1" lang="ja-JP" altLang="en-US" sz="4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C0B6E83-C98A-45C3-8623-BC1183F914C9}"/>
              </a:ext>
            </a:extLst>
          </p:cNvPr>
          <p:cNvSpPr txBox="1"/>
          <p:nvPr/>
        </p:nvSpPr>
        <p:spPr>
          <a:xfrm>
            <a:off x="89338" y="2635623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dirty="0"/>
              <a:t>ー仕様</a:t>
            </a:r>
            <a:r>
              <a:rPr lang="ja-JP" altLang="en-US" sz="4000" dirty="0"/>
              <a:t>ー</a:t>
            </a:r>
            <a:endParaRPr kumimoji="1" lang="ja-JP" altLang="en-US" sz="40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34CE85E-344E-4D74-932F-36535B4971F0}"/>
              </a:ext>
            </a:extLst>
          </p:cNvPr>
          <p:cNvSpPr txBox="1"/>
          <p:nvPr/>
        </p:nvSpPr>
        <p:spPr>
          <a:xfrm>
            <a:off x="89338" y="3343509"/>
            <a:ext cx="867416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ボスステージにのみ存在</a:t>
            </a:r>
            <a:endParaRPr kumimoji="1" lang="en-US" altLang="ja-JP" dirty="0"/>
          </a:p>
          <a:p>
            <a:r>
              <a:rPr kumimoji="1" lang="en-US" altLang="ja-JP" dirty="0"/>
              <a:t>Player</a:t>
            </a:r>
            <a:r>
              <a:rPr kumimoji="1" lang="ja-JP" altLang="en-US" dirty="0"/>
              <a:t>がマップを進んでいるときに</a:t>
            </a:r>
            <a:r>
              <a:rPr kumimoji="1" lang="en-US" altLang="ja-JP" dirty="0"/>
              <a:t>Player</a:t>
            </a:r>
            <a:r>
              <a:rPr kumimoji="1" lang="ja-JP" altLang="en-US" dirty="0"/>
              <a:t>の届かない場所から追尾弾を打ってくる</a:t>
            </a:r>
            <a:endParaRPr kumimoji="1" lang="en-US" altLang="ja-JP" dirty="0"/>
          </a:p>
          <a:p>
            <a:r>
              <a:rPr kumimoji="1" lang="ja-JP" altLang="en-US" dirty="0"/>
              <a:t>一度打つと壁に当たるか</a:t>
            </a:r>
            <a:r>
              <a:rPr kumimoji="1" lang="en-US" altLang="ja-JP" dirty="0"/>
              <a:t>Player</a:t>
            </a:r>
            <a:r>
              <a:rPr kumimoji="1" lang="ja-JP" altLang="en-US" dirty="0"/>
              <a:t>に当たるまで二発目は打たない</a:t>
            </a:r>
            <a:endParaRPr kumimoji="1" lang="en-US" altLang="ja-JP" dirty="0"/>
          </a:p>
          <a:p>
            <a:r>
              <a:rPr lang="ja-JP" altLang="en-US" dirty="0"/>
              <a:t>ボスステージ最後追尾するロケットランチャーの弾を利用して</a:t>
            </a:r>
            <a:endParaRPr lang="en-US" altLang="ja-JP" dirty="0"/>
          </a:p>
          <a:p>
            <a:r>
              <a:rPr lang="ja-JP" altLang="en-US" dirty="0"/>
              <a:t>ボスを倒す</a:t>
            </a:r>
            <a:endParaRPr lang="en-US" altLang="ja-JP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C8D80BD-C93C-4FF2-9676-129AB62898FF}"/>
              </a:ext>
            </a:extLst>
          </p:cNvPr>
          <p:cNvSpPr txBox="1"/>
          <p:nvPr/>
        </p:nvSpPr>
        <p:spPr>
          <a:xfrm>
            <a:off x="9794172" y="380517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画面イメージ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8E953A52-52BF-4619-A5DD-20C2017F3BF6}"/>
              </a:ext>
            </a:extLst>
          </p:cNvPr>
          <p:cNvSpPr/>
          <p:nvPr/>
        </p:nvSpPr>
        <p:spPr>
          <a:xfrm>
            <a:off x="7350750" y="4165850"/>
            <a:ext cx="4841250" cy="26921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B8DDA0FF-C482-4D67-BDB0-E5FC8EE157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2425" y="5627594"/>
            <a:ext cx="1591082" cy="1591082"/>
          </a:xfrm>
          <a:prstGeom prst="rect">
            <a:avLst/>
          </a:prstGeom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423660DD-64D5-4D28-8E0F-099C1BF3171F}"/>
              </a:ext>
            </a:extLst>
          </p:cNvPr>
          <p:cNvSpPr/>
          <p:nvPr/>
        </p:nvSpPr>
        <p:spPr>
          <a:xfrm>
            <a:off x="10622338" y="5169789"/>
            <a:ext cx="1569661" cy="16688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BD6A6CB5-F353-4B00-87A7-7FCEAB9556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8480" y="4165850"/>
            <a:ext cx="1184182" cy="1078451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1650F88F-ADB4-4AED-8D44-AE23C25891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443982">
            <a:off x="8776093" y="5135320"/>
            <a:ext cx="1414238" cy="501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506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9176AF2-0DE4-4A71-B077-774518F950A1}"/>
              </a:ext>
            </a:extLst>
          </p:cNvPr>
          <p:cNvSpPr txBox="1"/>
          <p:nvPr/>
        </p:nvSpPr>
        <p:spPr>
          <a:xfrm>
            <a:off x="1" y="0"/>
            <a:ext cx="70641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dirty="0"/>
              <a:t>ー敵の死亡判定ー</a:t>
            </a:r>
            <a:endParaRPr kumimoji="1" lang="en-US" altLang="ja-JP" sz="3600" dirty="0"/>
          </a:p>
          <a:p>
            <a:r>
              <a:rPr kumimoji="1" lang="ja-JP" altLang="en-US" sz="3600" dirty="0"/>
              <a:t>（</a:t>
            </a:r>
            <a:r>
              <a:rPr kumimoji="1" lang="en-US" altLang="ja-JP" sz="3600" dirty="0"/>
              <a:t>Player</a:t>
            </a:r>
            <a:r>
              <a:rPr kumimoji="1" lang="ja-JP" altLang="en-US" sz="3600" dirty="0"/>
              <a:t>側でも同じことを記載）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B7211E6-DD0F-4B25-8EDC-12C54744BBB0}"/>
              </a:ext>
            </a:extLst>
          </p:cNvPr>
          <p:cNvSpPr txBox="1"/>
          <p:nvPr/>
        </p:nvSpPr>
        <p:spPr>
          <a:xfrm>
            <a:off x="0" y="1200329"/>
            <a:ext cx="969367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ダッシュ状態の</a:t>
            </a:r>
            <a:r>
              <a:rPr kumimoji="1" lang="en-US" altLang="ja-JP" sz="2400" dirty="0"/>
              <a:t>Player</a:t>
            </a:r>
            <a:r>
              <a:rPr kumimoji="1" lang="ja-JP" altLang="en-US" sz="2400" dirty="0"/>
              <a:t>が敵と接触することで「行動待機状態」になる</a:t>
            </a:r>
            <a:endParaRPr kumimoji="1" lang="en-US" altLang="ja-JP" sz="2400" dirty="0"/>
          </a:p>
          <a:p>
            <a:r>
              <a:rPr kumimoji="1" lang="ja-JP" altLang="en-US" sz="2400" dirty="0"/>
              <a:t>この「行動待機状態」になるともう一度ダッシュが可能になる</a:t>
            </a:r>
            <a:endParaRPr kumimoji="1" lang="en-US" altLang="ja-JP" sz="2400" dirty="0"/>
          </a:p>
          <a:p>
            <a:r>
              <a:rPr lang="ja-JP" altLang="en-US" sz="2400" dirty="0"/>
              <a:t>「行動待機状態」でダッシュをすることで敵が死ぬ</a:t>
            </a:r>
            <a:endParaRPr kumimoji="1" lang="ja-JP" altLang="en-US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615A7AC4-60E2-4A93-8AC7-A952B95B23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6742" y="2024140"/>
            <a:ext cx="2720880" cy="2048662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7FF00B0-54DB-49C0-9208-FC3E439F33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396" y="2417645"/>
            <a:ext cx="1728692" cy="1554769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60182A79-4494-4C8C-A2DA-C4ED956DA8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4805" y="2024140"/>
            <a:ext cx="2720880" cy="2048662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5B66B781-09A8-4332-A332-5B1810BD10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7622" y="1967527"/>
            <a:ext cx="2460811" cy="2460811"/>
          </a:xfrm>
          <a:prstGeom prst="rect">
            <a:avLst/>
          </a:prstGeom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4D44C15-DB2C-43AC-98F5-C8904FD6159B}"/>
              </a:ext>
            </a:extLst>
          </p:cNvPr>
          <p:cNvSpPr txBox="1"/>
          <p:nvPr/>
        </p:nvSpPr>
        <p:spPr>
          <a:xfrm>
            <a:off x="4618701" y="3841969"/>
            <a:ext cx="418576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行動待機状態</a:t>
            </a:r>
            <a:endParaRPr lang="en-US" altLang="ja-JP" sz="2400" dirty="0"/>
          </a:p>
          <a:p>
            <a:r>
              <a:rPr kumimoji="1" lang="ja-JP" altLang="en-US" sz="2400" dirty="0"/>
              <a:t>この状態では敵は攻撃しない</a:t>
            </a:r>
            <a:endParaRPr kumimoji="1" lang="en-US" altLang="ja-JP" sz="2400" dirty="0"/>
          </a:p>
          <a:p>
            <a:r>
              <a:rPr lang="en-US" altLang="ja-JP" sz="2400" dirty="0"/>
              <a:t>Player</a:t>
            </a:r>
            <a:r>
              <a:rPr lang="ja-JP" altLang="en-US" sz="2400" dirty="0"/>
              <a:t>のダッシュが回復</a:t>
            </a:r>
            <a:endParaRPr kumimoji="1" lang="ja-JP" altLang="en-US" sz="2400" dirty="0"/>
          </a:p>
        </p:txBody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5DDF2211-8A78-4354-9539-576C8A8729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847" y="2271086"/>
            <a:ext cx="1728692" cy="1554769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C90865B6-B4FD-4C00-A7A3-D0ACEBBF1C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785" y="2326118"/>
            <a:ext cx="1921011" cy="1499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866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228</Words>
  <Application>Microsoft Office PowerPoint</Application>
  <PresentationFormat>ワイド画面</PresentationFormat>
  <Paragraphs>31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百田　睦貴</dc:creator>
  <cp:lastModifiedBy>百田　睦貴</cp:lastModifiedBy>
  <cp:revision>15</cp:revision>
  <dcterms:created xsi:type="dcterms:W3CDTF">2026-06-02T01:29:32Z</dcterms:created>
  <dcterms:modified xsi:type="dcterms:W3CDTF">2026-06-03T06:31:14Z</dcterms:modified>
</cp:coreProperties>
</file>