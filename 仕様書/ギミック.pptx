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0FFCF-B76D-47B2-92F9-C4E0CE633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9F08A7-39D7-43B6-9B29-4F25DF986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7A5392-E9C8-4F8F-8909-D3083E7A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F4EBF0-D0A9-4114-B3CA-DF31DD82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3F50F1-FA12-4475-95EE-A796FAE1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366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7AB6A-6441-4046-AE95-4108334A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CA0CC1-6095-43E6-9C0F-B80FD523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ADEEBF-8E73-40B9-A800-50657A19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85B2ED-637A-4E6E-A982-8B9C5818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FD2BE-A073-4DAD-9556-5B5F948E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79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8E038-51EC-4AB9-9281-02C15C7F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D8B0B7-D15C-4CD2-B4ED-643A47DB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A9E9E-3469-4B2C-89DD-64AAB77C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14540D-6537-4513-95C3-6D2E899B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35A7C6-61C9-49B2-8DB7-6EF6B340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32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98BBB2-DD29-4654-994E-32E32890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A203AF-9C7E-40E3-84A1-CC1C4BD1A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CCE499-6993-44BC-978C-C8CE287DF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5B858-1F65-4E47-9054-E05026F1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AEC04C-355A-4A8B-ADE0-1A2FA1F5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F1FD0-0493-446B-B8A6-A9610D20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26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A1EE1-6FA2-417A-BCF5-C74529E9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027E4-6D9D-42BB-99EA-E1D4AEECB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1165F5-2963-4808-9058-EDC609BC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AB05CB-B6F5-4B1B-961F-13A9F05F4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439603-210F-49BB-8B7C-459E3EBB2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3AC517-BA96-4465-8D80-9D2EB514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1B2822E-F932-4F39-A3D6-C4DE31F2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52D955-EE4C-431D-998C-2E9679BC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18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1D28BC-506A-4477-BD26-4DB1A09B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41DAF3-A06F-44E6-9EE2-4EDAEF48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AD4FE8-91A6-4F3F-A3B7-2FC482E0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37233F-49BE-4D49-AAD0-F7FA7BFE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48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6E1892-1E19-4DB9-9F88-E3AB76EC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4484E7-DA98-4B89-906D-6E4308F5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C048A3-6468-4691-A6DD-69E1F1EA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3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7EC21-D100-4A7F-81B1-D2B488074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328C6A-FE51-4D25-AE9B-67C680B12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5766B6-45BB-41BD-8727-339130EE3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A4C92E-8A22-4A24-A406-B6739A1B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D3BC21-9C80-4EA6-9C9A-F14DEF88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A1A119-BCDC-47F4-89DE-77F25ED8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28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801A7-2356-4939-AF23-86E48EC4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3931D9-97AA-4EE2-8B54-B170D8C77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DFBFA3-F186-4CDA-861C-07DFA73D5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93E5E2-44A1-4A59-9D78-98CDB9E1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168999-DC96-4C1E-8201-D3345112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EC3038-1F4A-47E0-AA89-0EA938BC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90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FB603-9A1A-44FE-A530-9E9759E1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2E7F4E-8CC7-4584-86D7-8B0B0582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4D18E3-2678-4840-A5C6-5089C3B3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E5C8D6-8B53-4081-A14E-9F5389A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8421E8-8061-40EB-BE4E-82284E63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41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8B45485-45EB-4613-9FC0-32BDC72E3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58C94D-E4E7-4C8B-BEA0-3C1624E0E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105AAD-43E5-42A1-9EB1-901FC6B4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F61434-88B2-41CC-9399-F5F16154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4E820B-6759-4B68-8C47-4E37820F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95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8BDFF8-1115-4394-BB4E-3FA73C83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2D9923-61CE-4040-BD51-79E2D443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5034C5-4324-4E18-AABA-161D0B2D4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A217A-A4D5-40C6-A880-86A18C175984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2BADA7-0392-46C0-BAE0-D361C77AE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C42F7C-6AEB-430C-987B-D6FD365F0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E0612-F886-46AF-85E2-D71A68B9E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89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F63240-3663-4130-9CE1-908388D4C1CA}"/>
              </a:ext>
            </a:extLst>
          </p:cNvPr>
          <p:cNvSpPr txBox="1"/>
          <p:nvPr/>
        </p:nvSpPr>
        <p:spPr>
          <a:xfrm>
            <a:off x="0" y="0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ギミック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45DA6A-130A-460D-AA17-042EBE64B8A7}"/>
              </a:ext>
            </a:extLst>
          </p:cNvPr>
          <p:cNvSpPr txBox="1"/>
          <p:nvPr/>
        </p:nvSpPr>
        <p:spPr>
          <a:xfrm>
            <a:off x="2386013" y="200054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色のついた玉にダッシュ状態で触れると使用される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7ECB5D-02B4-41EA-9642-5792D47FBCEE}"/>
              </a:ext>
            </a:extLst>
          </p:cNvPr>
          <p:cNvSpPr txBox="1"/>
          <p:nvPr/>
        </p:nvSpPr>
        <p:spPr>
          <a:xfrm>
            <a:off x="0" y="769441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青玉：スタミナが回復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9F8786D-BA83-4B21-B783-1C67E7E0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3" y="3893446"/>
            <a:ext cx="2249226" cy="20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6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19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2</cp:revision>
  <dcterms:created xsi:type="dcterms:W3CDTF">2026-06-02T03:07:07Z</dcterms:created>
  <dcterms:modified xsi:type="dcterms:W3CDTF">2026-06-02T06:23:15Z</dcterms:modified>
</cp:coreProperties>
</file>