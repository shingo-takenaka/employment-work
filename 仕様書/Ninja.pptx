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3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8747AD-5928-431C-A63B-6F0029D37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B9E0CE-4F16-43AB-8D4B-A788407B8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53CBD-E705-42C1-9E93-13D9A31BD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74493E-089A-4904-9A37-99F18CC0D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1B17F-20BB-4A87-BAE0-8A45EFCD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35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578136-3638-4CB4-99CB-E5256535E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42A69A-468B-4CC8-9B74-40640FE01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1F4982-127D-4ABA-9032-76F2571E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4EE3E7-3E6C-4596-874D-9F55C409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431096-9F9A-45D4-8A2A-0AF891C5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1944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FB26B1-206C-4E8E-8452-C9FBCE254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36A702-3894-423E-8D31-6D3AB3FCC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FACDF8-0347-4E01-B3FD-9797B0B9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86AA3-07D9-46C3-A277-55DBF80A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9D11C9-05CA-4EE1-8E62-186B2690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67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1DA7C-1683-421D-8A63-7732159C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BA2A47-485A-427B-9D99-74245BD702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237796-BBBE-4A37-94F0-BFD4E6FE9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B84319-99C6-4C8C-A974-75DA91AB2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C19A9C-A0AA-4AB8-9D37-F3B4DD3A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33C46B-9576-4A1B-ABCE-540D7CE73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442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D718F-BA0B-4A82-9CA7-E971A03B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5529B-F094-406D-8028-B72D31783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BAA768-D4EA-411B-B889-710A16EB0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25BE6D-A58C-47DF-951B-C8D161056B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C364F8-3C8A-4019-9A4A-17F1E6C27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F48496-F7D5-4CBC-863B-0CC696F8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D60CABB-B625-4AD1-B1F3-0337980D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AF684E-F39B-4727-94B0-622788B2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23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85000-FE9A-41B9-B2DA-B578231A0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CFFBBCB-404E-45F7-9B6E-B3DABFF1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F6B622-8330-418E-B4FE-241AD6F40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E367C1-62F5-466E-98D5-034975FEF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858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B18DF4-CB98-427D-BA9C-C2DBE768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050DD8-D5C4-49AE-8A9F-9E739AA4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82FC1-A176-459C-9368-BF0405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31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C4E797-29D5-4784-9209-298349EA6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A37C3-C644-4D54-AA57-FB079983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52B088-6FDC-47CD-AFE5-0CCD46380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6A4A03-6639-4D86-928A-16E310BB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1E31C7-E02A-4E77-A745-4B727E8FF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06D9CD-C64A-46D6-AF81-D0148A6D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797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0A7F3-4D17-42EB-9162-DA2AAA2A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A1BC40F-26EF-4728-844B-9F2C819BA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A0250B-E1BD-4E05-BBDA-53DB60341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02828F-64E0-494A-8ADF-F2EB0D5DF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0F5FC1-57BF-43A1-B294-1DA8029B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4EEEA1-888D-4290-8EBF-0CF4740EE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406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AFA1-DCEB-4E49-9B81-5E1766AF8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A5FDAC-F248-4B3B-9521-FAAE1D6C6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A13106-BE0C-4916-A1B4-7450E658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92416F-450B-4095-8CBB-145AC624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28DF7E-E2D4-4ECC-A455-5F0641079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9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B44594-8598-4083-B779-AF5C34666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D47613-985A-4D02-89E8-B2064EB32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C2775D-36AC-4E6F-95E3-F28030B1A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55059B-E922-4D9A-9DBD-5EF94842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7E9E34-E7AA-45AD-BAF4-3E551A98F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459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805872-FE40-4491-9B1D-9D3A2884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D48C3-FF7E-463E-B275-D8475E0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6E6B13-3597-4206-B9BB-0FAE206A3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489B6-1740-4A5C-B8C9-33805F9AA650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BF18C5-209A-43F4-8E31-5DDAB72E1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8B6ADE-568E-4965-A280-05978F2B7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083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C9549A5-7A6F-43A5-A1AE-77D82946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5737" y="-285749"/>
            <a:ext cx="2300288" cy="230028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2E911-7711-4683-89F1-D80BD7FE0DF5}"/>
              </a:ext>
            </a:extLst>
          </p:cNvPr>
          <p:cNvSpPr txBox="1"/>
          <p:nvPr/>
        </p:nvSpPr>
        <p:spPr>
          <a:xfrm>
            <a:off x="1771650" y="571500"/>
            <a:ext cx="1961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にんじゃ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47B393-00C3-4C3A-810D-61CBAC2C5F13}"/>
              </a:ext>
            </a:extLst>
          </p:cNvPr>
          <p:cNvSpPr txBox="1"/>
          <p:nvPr/>
        </p:nvSpPr>
        <p:spPr>
          <a:xfrm>
            <a:off x="0" y="1485902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ー操作ー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9878736-35A2-4744-ACF4-F44F8415EBB1}"/>
              </a:ext>
            </a:extLst>
          </p:cNvPr>
          <p:cNvSpPr txBox="1"/>
          <p:nvPr/>
        </p:nvSpPr>
        <p:spPr>
          <a:xfrm>
            <a:off x="0" y="22553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・移動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38D8DE-9E70-47C6-B2E5-068B5A3DD8B0}"/>
              </a:ext>
            </a:extLst>
          </p:cNvPr>
          <p:cNvSpPr txBox="1"/>
          <p:nvPr/>
        </p:nvSpPr>
        <p:spPr>
          <a:xfrm>
            <a:off x="0" y="3838634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・ジャンプ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F044FF9-CCC2-43D1-BAD5-4AFF28218ADB}"/>
              </a:ext>
            </a:extLst>
          </p:cNvPr>
          <p:cNvSpPr txBox="1"/>
          <p:nvPr/>
        </p:nvSpPr>
        <p:spPr>
          <a:xfrm>
            <a:off x="86132" y="5421925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・ダッシュ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7989F6-50F0-492C-A9BA-BAFC22E2E2EC}"/>
              </a:ext>
            </a:extLst>
          </p:cNvPr>
          <p:cNvSpPr txBox="1"/>
          <p:nvPr/>
        </p:nvSpPr>
        <p:spPr>
          <a:xfrm>
            <a:off x="86132" y="2778379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</a:t>
            </a:r>
            <a:r>
              <a:rPr kumimoji="1" lang="ja-JP" altLang="en-US" dirty="0"/>
              <a:t>方向に移動可能</a:t>
            </a:r>
            <a:endParaRPr kumimoji="1"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W,A,S,D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→左スティック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1F792B2-F74F-47E9-90FB-84F660516512}"/>
              </a:ext>
            </a:extLst>
          </p:cNvPr>
          <p:cNvSpPr txBox="1"/>
          <p:nvPr/>
        </p:nvSpPr>
        <p:spPr>
          <a:xfrm>
            <a:off x="86132" y="4361854"/>
            <a:ext cx="52116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ボタン</a:t>
            </a:r>
            <a:r>
              <a:rPr kumimoji="1" lang="en-US" altLang="ja-JP" dirty="0"/>
              <a:t>(</a:t>
            </a:r>
            <a:r>
              <a:rPr kumimoji="1" lang="ja-JP" altLang="en-US" dirty="0"/>
              <a:t>キー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を押す長さによって高さを調節可能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→スペースキー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1BFC2A-D0D1-42F3-88F7-A750AC4AD06B}"/>
              </a:ext>
            </a:extLst>
          </p:cNvPr>
          <p:cNvSpPr txBox="1"/>
          <p:nvPr/>
        </p:nvSpPr>
        <p:spPr>
          <a:xfrm>
            <a:off x="86132" y="5945145"/>
            <a:ext cx="43396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移動している方向に一定距離素早く移動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M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X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5272E9-BA1A-4EA0-B2DB-73E1FA65957E}"/>
              </a:ext>
            </a:extLst>
          </p:cNvPr>
          <p:cNvSpPr txBox="1"/>
          <p:nvPr/>
        </p:nvSpPr>
        <p:spPr>
          <a:xfrm>
            <a:off x="5824537" y="1485901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ーシステムー</a:t>
            </a:r>
            <a:endParaRPr kumimoji="1" lang="ja-JP" altLang="en-US" sz="4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115A858-9BEE-4633-899E-3904913763C4}"/>
              </a:ext>
            </a:extLst>
          </p:cNvPr>
          <p:cNvSpPr txBox="1"/>
          <p:nvPr/>
        </p:nvSpPr>
        <p:spPr>
          <a:xfrm>
            <a:off x="5824537" y="2255343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・インタラクト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2E64B3-162E-4005-8395-190A653F63B1}"/>
              </a:ext>
            </a:extLst>
          </p:cNvPr>
          <p:cNvSpPr txBox="1"/>
          <p:nvPr/>
        </p:nvSpPr>
        <p:spPr>
          <a:xfrm>
            <a:off x="6090403" y="2778379"/>
            <a:ext cx="41088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マップ上にあるヒント看板を見る、</a:t>
            </a:r>
            <a:endParaRPr lang="en-US" altLang="ja-JP" dirty="0"/>
          </a:p>
          <a:p>
            <a:r>
              <a:rPr lang="ja-JP" altLang="en-US" dirty="0"/>
              <a:t>「ひと」に話しかける、物を獲得する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E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B9F36F-0373-4D27-AEF7-83C187DF6B56}"/>
              </a:ext>
            </a:extLst>
          </p:cNvPr>
          <p:cNvSpPr txBox="1"/>
          <p:nvPr/>
        </p:nvSpPr>
        <p:spPr>
          <a:xfrm>
            <a:off x="5824537" y="407943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</a:t>
            </a:r>
            <a:r>
              <a:rPr lang="ja-JP" altLang="en-US" sz="2800" dirty="0"/>
              <a:t>ポーズ</a:t>
            </a:r>
            <a:endParaRPr kumimoji="1" lang="ja-JP" altLang="en-US" sz="28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187EEF4-BE82-4ECE-B15C-C1CEB8BE7CAD}"/>
              </a:ext>
            </a:extLst>
          </p:cNvPr>
          <p:cNvSpPr txBox="1"/>
          <p:nvPr/>
        </p:nvSpPr>
        <p:spPr>
          <a:xfrm>
            <a:off x="6090403" y="4638853"/>
            <a:ext cx="61462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メインメニューに戻るや</a:t>
            </a:r>
            <a:r>
              <a:rPr kumimoji="1" lang="en-US" altLang="ja-JP" dirty="0"/>
              <a:t>BGM,SE</a:t>
            </a:r>
            <a:r>
              <a:rPr kumimoji="1" lang="ja-JP" altLang="en-US" dirty="0"/>
              <a:t>の音量設定の画面を出す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P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START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0189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122</Words>
  <Application>Microsoft Office PowerPoint</Application>
  <PresentationFormat>ワイド画面</PresentationFormat>
  <Paragraphs>24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6</cp:revision>
  <dcterms:created xsi:type="dcterms:W3CDTF">2026-06-02T00:55:00Z</dcterms:created>
  <dcterms:modified xsi:type="dcterms:W3CDTF">2026-06-02T01:26:11Z</dcterms:modified>
</cp:coreProperties>
</file>