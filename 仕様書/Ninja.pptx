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57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8747AD-5928-431C-A63B-6F0029D37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B9E0CE-4F16-43AB-8D4B-A788407B8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453CBD-E705-42C1-9E93-13D9A31B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74493E-089A-4904-9A37-99F18CC0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21B17F-20BB-4A87-BAE0-8A45EFCD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535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578136-3638-4CB4-99CB-E5256535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42A69A-468B-4CC8-9B74-40640FE01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1F4982-127D-4ABA-9032-76F2571E5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4EE3E7-3E6C-4596-874D-9F55C409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431096-9F9A-45D4-8A2A-0AF891C5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944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B26B1-206C-4E8E-8452-C9FBCE25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36A702-3894-423E-8D31-6D3AB3FCC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FACDF8-0347-4E01-B3FD-9797B0B9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86AA3-07D9-46C3-A277-55DBF80A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9D11C9-05CA-4EE1-8E62-186B2690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667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31DA7C-1683-421D-8A63-7732159C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BA2A47-485A-427B-9D99-74245BD70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237796-BBBE-4A37-94F0-BFD4E6FE9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B84319-99C6-4C8C-A974-75DA91AB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C19A9C-A0AA-4AB8-9D37-F3B4DD3A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33C46B-9576-4A1B-ABCE-540D7CE7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42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1D718F-BA0B-4A82-9CA7-E971A03B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75529B-F094-406D-8028-B72D31783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BAA768-D4EA-411B-B889-710A16EB0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25BE6D-A58C-47DF-951B-C8D161056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C364F8-3C8A-4019-9A4A-17F1E6C27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F48496-F7D5-4CBC-863B-0CC696F8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60CABB-B625-4AD1-B1F3-0337980D1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AF684E-F39B-4727-94B0-622788B2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23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D85000-FE9A-41B9-B2DA-B578231A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FFBBCB-404E-45F7-9B6E-B3DABFF1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F6B622-8330-418E-B4FE-241AD6F4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E367C1-62F5-466E-98D5-034975FE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85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DB18DF4-CB98-427D-BA9C-C2DBE768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050DD8-D5C4-49AE-8A9F-9E739AA4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82FC1-A176-459C-9368-BF0405E8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831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C4E797-29D5-4784-9209-298349EA6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A37C3-C644-4D54-AA57-FB0799831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52B088-6FDC-47CD-AFE5-0CCD46380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6A4A03-6639-4D86-928A-16E310BB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1E31C7-E02A-4E77-A745-4B727E8F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06D9CD-C64A-46D6-AF81-D0148A6D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79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0A7F3-4D17-42EB-9162-DA2AAA2A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A1BC40F-26EF-4728-844B-9F2C819BA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A0250B-E1BD-4E05-BBDA-53DB60341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02828F-64E0-494A-8ADF-F2EB0D5D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0F5FC1-57BF-43A1-B294-1DA8029B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4EEEA1-888D-4290-8EBF-0CF4740E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406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F9AFA1-DCEB-4E49-9B81-5E1766AF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2A5FDAC-F248-4B3B-9521-FAAE1D6C6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A13106-BE0C-4916-A1B4-7450E658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92416F-450B-4095-8CBB-145AC6249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28DF7E-E2D4-4ECC-A455-5F0641079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9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B44594-8598-4083-B779-AF5C34666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D47613-985A-4D02-89E8-B2064EB32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C2775D-36AC-4E6F-95E3-F28030B1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55059B-E922-4D9A-9DBD-5EF94842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7E9E34-E7AA-45AD-BAF4-3E551A98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45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7805872-FE40-4491-9B1D-9D3A2884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6D48C3-FF7E-463E-B275-D8475E0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6E6B13-3597-4206-B9BB-0FAE206A3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489B6-1740-4A5C-B8C9-33805F9AA650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BF18C5-209A-43F4-8E31-5DDAB72E1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8B6ADE-568E-4965-A280-05978F2B7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65A2-1A55-48AA-9111-25B7CD8A3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83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C9549A5-7A6F-43A5-A1AE-77D829462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737" y="-285749"/>
            <a:ext cx="2300288" cy="230028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42E911-7711-4683-89F1-D80BD7FE0DF5}"/>
              </a:ext>
            </a:extLst>
          </p:cNvPr>
          <p:cNvSpPr txBox="1"/>
          <p:nvPr/>
        </p:nvSpPr>
        <p:spPr>
          <a:xfrm>
            <a:off x="1771650" y="571500"/>
            <a:ext cx="1961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にんじゃ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947B393-00C3-4C3A-810D-61CBAC2C5F13}"/>
              </a:ext>
            </a:extLst>
          </p:cNvPr>
          <p:cNvSpPr txBox="1"/>
          <p:nvPr/>
        </p:nvSpPr>
        <p:spPr>
          <a:xfrm>
            <a:off x="0" y="1485902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ー操作ー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878736-35A2-4744-ACF4-F44F8415EBB1}"/>
              </a:ext>
            </a:extLst>
          </p:cNvPr>
          <p:cNvSpPr txBox="1"/>
          <p:nvPr/>
        </p:nvSpPr>
        <p:spPr>
          <a:xfrm>
            <a:off x="0" y="225534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・移動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38D8DE-9E70-47C6-B2E5-068B5A3DD8B0}"/>
              </a:ext>
            </a:extLst>
          </p:cNvPr>
          <p:cNvSpPr txBox="1"/>
          <p:nvPr/>
        </p:nvSpPr>
        <p:spPr>
          <a:xfrm>
            <a:off x="0" y="383863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・ジャンプ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F044FF9-CCC2-43D1-BAD5-4AFF28218ADB}"/>
              </a:ext>
            </a:extLst>
          </p:cNvPr>
          <p:cNvSpPr txBox="1"/>
          <p:nvPr/>
        </p:nvSpPr>
        <p:spPr>
          <a:xfrm>
            <a:off x="86132" y="542192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・ダッシュ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E7989F6-50F0-492C-A9BA-BAFC22E2E2EC}"/>
              </a:ext>
            </a:extLst>
          </p:cNvPr>
          <p:cNvSpPr txBox="1"/>
          <p:nvPr/>
        </p:nvSpPr>
        <p:spPr>
          <a:xfrm>
            <a:off x="86132" y="2778379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</a:t>
            </a:r>
            <a:r>
              <a:rPr kumimoji="1" lang="ja-JP" altLang="en-US" dirty="0"/>
              <a:t>方向に移動可能</a:t>
            </a:r>
            <a:endParaRPr kumimoji="1" lang="en-US" altLang="ja-JP" dirty="0"/>
          </a:p>
          <a:p>
            <a:r>
              <a:rPr kumimoji="1" lang="ja-JP" altLang="en-US" dirty="0"/>
              <a:t>キーボード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kumimoji="1" lang="en-US" altLang="ja-JP" dirty="0"/>
              <a:t>W,A,S,D</a:t>
            </a:r>
          </a:p>
          <a:p>
            <a:r>
              <a:rPr kumimoji="1" lang="ja-JP" altLang="en-US" dirty="0"/>
              <a:t>コントローラー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→左スティック</a:t>
            </a:r>
            <a:endParaRPr kumimoji="1" lang="en-US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1F792B2-F74F-47E9-90FB-84F660516512}"/>
              </a:ext>
            </a:extLst>
          </p:cNvPr>
          <p:cNvSpPr txBox="1"/>
          <p:nvPr/>
        </p:nvSpPr>
        <p:spPr>
          <a:xfrm>
            <a:off x="86132" y="4361854"/>
            <a:ext cx="5211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ボタン</a:t>
            </a:r>
            <a:r>
              <a:rPr kumimoji="1" lang="en-US" altLang="ja-JP" dirty="0"/>
              <a:t>(</a:t>
            </a:r>
            <a:r>
              <a:rPr kumimoji="1" lang="ja-JP" altLang="en-US" dirty="0"/>
              <a:t>キー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を押す長さによって高さを調節可能</a:t>
            </a:r>
            <a:endParaRPr kumimoji="1" lang="en-US" altLang="ja-JP" dirty="0"/>
          </a:p>
          <a:p>
            <a:r>
              <a:rPr lang="ja-JP" altLang="en-US" dirty="0"/>
              <a:t>キーボード</a:t>
            </a:r>
            <a:r>
              <a:rPr lang="en-US" altLang="ja-JP" dirty="0"/>
              <a:t>	</a:t>
            </a:r>
            <a:r>
              <a:rPr lang="ja-JP" altLang="en-US" dirty="0"/>
              <a:t>→スペースキー</a:t>
            </a:r>
            <a:endParaRPr lang="en-US" altLang="ja-JP" dirty="0"/>
          </a:p>
          <a:p>
            <a:r>
              <a:rPr kumimoji="1" lang="ja-JP" altLang="en-US" dirty="0"/>
              <a:t>コントローラー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51BFC2A-D0D1-42F3-88F7-A750AC4AD06B}"/>
              </a:ext>
            </a:extLst>
          </p:cNvPr>
          <p:cNvSpPr txBox="1"/>
          <p:nvPr/>
        </p:nvSpPr>
        <p:spPr>
          <a:xfrm>
            <a:off x="86132" y="5945145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移動している方向に一定距離素早く移動</a:t>
            </a:r>
            <a:endParaRPr lang="en-US" altLang="ja-JP" dirty="0"/>
          </a:p>
          <a:p>
            <a:r>
              <a:rPr kumimoji="1" lang="ja-JP" altLang="en-US" dirty="0"/>
              <a:t>キーボード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kumimoji="1" lang="en-US" altLang="ja-JP" dirty="0"/>
              <a:t>M</a:t>
            </a:r>
          </a:p>
          <a:p>
            <a:r>
              <a:rPr lang="ja-JP" altLang="en-US" dirty="0"/>
              <a:t>コントローラー</a:t>
            </a:r>
            <a:r>
              <a:rPr lang="en-US" altLang="ja-JP" dirty="0"/>
              <a:t>	</a:t>
            </a:r>
            <a:r>
              <a:rPr lang="ja-JP" altLang="en-US" dirty="0"/>
              <a:t>→</a:t>
            </a:r>
            <a:r>
              <a:rPr lang="en-US" altLang="ja-JP" dirty="0"/>
              <a:t>X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C5272E9-BA1A-4EA0-B2DB-73E1FA65957E}"/>
              </a:ext>
            </a:extLst>
          </p:cNvPr>
          <p:cNvSpPr txBox="1"/>
          <p:nvPr/>
        </p:nvSpPr>
        <p:spPr>
          <a:xfrm>
            <a:off x="5824537" y="2778379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dirty="0"/>
              <a:t>ーシステムー</a:t>
            </a:r>
            <a:endParaRPr kumimoji="1" lang="ja-JP" altLang="en-US" sz="4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115A858-9BEE-4633-899E-3904913763C4}"/>
              </a:ext>
            </a:extLst>
          </p:cNvPr>
          <p:cNvSpPr txBox="1"/>
          <p:nvPr/>
        </p:nvSpPr>
        <p:spPr>
          <a:xfrm>
            <a:off x="5824537" y="354782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・インタラクト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F2E64B3-162E-4005-8395-190A653F63B1}"/>
              </a:ext>
            </a:extLst>
          </p:cNvPr>
          <p:cNvSpPr txBox="1"/>
          <p:nvPr/>
        </p:nvSpPr>
        <p:spPr>
          <a:xfrm>
            <a:off x="6090403" y="4070857"/>
            <a:ext cx="41088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マップ上にあるヒント看板を見る、</a:t>
            </a:r>
            <a:endParaRPr lang="en-US" altLang="ja-JP" dirty="0"/>
          </a:p>
          <a:p>
            <a:r>
              <a:rPr lang="ja-JP" altLang="en-US" dirty="0"/>
              <a:t>「ひと」に話しかける、物を獲得する</a:t>
            </a:r>
            <a:endParaRPr lang="en-US" altLang="ja-JP" dirty="0"/>
          </a:p>
          <a:p>
            <a:r>
              <a:rPr kumimoji="1" lang="ja-JP" altLang="en-US" dirty="0"/>
              <a:t>キーボード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kumimoji="1" lang="en-US" altLang="ja-JP" dirty="0"/>
              <a:t>E</a:t>
            </a:r>
            <a:endParaRPr lang="en-US" altLang="ja-JP" dirty="0"/>
          </a:p>
          <a:p>
            <a:r>
              <a:rPr kumimoji="1" lang="ja-JP" altLang="en-US" dirty="0"/>
              <a:t>コントローラー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kumimoji="1" lang="en-US" altLang="ja-JP" dirty="0"/>
              <a:t>B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DB9F36F-0373-4D27-AEF7-83C187DF6B56}"/>
              </a:ext>
            </a:extLst>
          </p:cNvPr>
          <p:cNvSpPr txBox="1"/>
          <p:nvPr/>
        </p:nvSpPr>
        <p:spPr>
          <a:xfrm>
            <a:off x="5824537" y="537191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</a:t>
            </a:r>
            <a:r>
              <a:rPr lang="ja-JP" altLang="en-US" sz="2800" dirty="0"/>
              <a:t>ポーズ</a:t>
            </a:r>
            <a:endParaRPr kumimoji="1" lang="ja-JP" altLang="en-US" sz="28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187EEF4-BE82-4ECE-B15C-C1CEB8BE7CAD}"/>
              </a:ext>
            </a:extLst>
          </p:cNvPr>
          <p:cNvSpPr txBox="1"/>
          <p:nvPr/>
        </p:nvSpPr>
        <p:spPr>
          <a:xfrm>
            <a:off x="6090403" y="5931331"/>
            <a:ext cx="61462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メインメニューに戻るや</a:t>
            </a:r>
            <a:r>
              <a:rPr kumimoji="1" lang="en-US" altLang="ja-JP" dirty="0"/>
              <a:t>BGM,SE</a:t>
            </a:r>
            <a:r>
              <a:rPr kumimoji="1" lang="ja-JP" altLang="en-US" dirty="0"/>
              <a:t>の音量設定の画面を出す</a:t>
            </a:r>
            <a:endParaRPr kumimoji="1" lang="en-US" altLang="ja-JP" dirty="0"/>
          </a:p>
          <a:p>
            <a:r>
              <a:rPr lang="ja-JP" altLang="en-US" dirty="0"/>
              <a:t>キーボード</a:t>
            </a:r>
            <a:r>
              <a:rPr lang="en-US" altLang="ja-JP" dirty="0"/>
              <a:t>	</a:t>
            </a:r>
            <a:r>
              <a:rPr lang="ja-JP" altLang="en-US" dirty="0"/>
              <a:t>→</a:t>
            </a:r>
            <a:r>
              <a:rPr lang="en-US" altLang="ja-JP" dirty="0"/>
              <a:t>P</a:t>
            </a:r>
          </a:p>
          <a:p>
            <a:r>
              <a:rPr kumimoji="1" lang="ja-JP" altLang="en-US" dirty="0"/>
              <a:t>コントローラー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lang="en-US" altLang="ja-JP" dirty="0"/>
              <a:t>START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9161CD5-57E6-4CE0-A9A7-49E74D6DDADE}"/>
              </a:ext>
            </a:extLst>
          </p:cNvPr>
          <p:cNvSpPr txBox="1"/>
          <p:nvPr/>
        </p:nvSpPr>
        <p:spPr>
          <a:xfrm>
            <a:off x="5824537" y="13573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・ワザ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D121BFB-A18D-4781-A16B-000DFF50B916}"/>
              </a:ext>
            </a:extLst>
          </p:cNvPr>
          <p:cNvSpPr txBox="1"/>
          <p:nvPr/>
        </p:nvSpPr>
        <p:spPr>
          <a:xfrm>
            <a:off x="5910867" y="578829"/>
            <a:ext cx="4057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敵に対抗ための忍術</a:t>
            </a:r>
            <a:r>
              <a:rPr lang="en-US" altLang="ja-JP" dirty="0"/>
              <a:t>(</a:t>
            </a:r>
            <a:r>
              <a:rPr lang="ja-JP" altLang="en-US" dirty="0"/>
              <a:t>ボタンは検討中</a:t>
            </a:r>
            <a:r>
              <a:rPr lang="en-US" altLang="ja-JP" dirty="0"/>
              <a:t>)</a:t>
            </a:r>
          </a:p>
          <a:p>
            <a:r>
              <a:rPr kumimoji="1" lang="ja-JP" altLang="en-US" dirty="0"/>
              <a:t>キーボード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lang="en-US" altLang="ja-JP" dirty="0"/>
              <a:t>N</a:t>
            </a:r>
            <a:endParaRPr kumimoji="1" lang="en-US" altLang="ja-JP" dirty="0"/>
          </a:p>
          <a:p>
            <a:r>
              <a:rPr lang="ja-JP" altLang="en-US" dirty="0"/>
              <a:t>コントローラー</a:t>
            </a:r>
            <a:r>
              <a:rPr lang="en-US" altLang="ja-JP" dirty="0"/>
              <a:t>	</a:t>
            </a:r>
            <a:r>
              <a:rPr lang="ja-JP" altLang="en-US" dirty="0"/>
              <a:t>→</a:t>
            </a:r>
            <a:r>
              <a:rPr lang="en-US" altLang="ja-JP" dirty="0"/>
              <a:t>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0189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B526FF-7581-4EF9-ADEB-C92A82E941D6}"/>
              </a:ext>
            </a:extLst>
          </p:cNvPr>
          <p:cNvSpPr txBox="1"/>
          <p:nvPr/>
        </p:nvSpPr>
        <p:spPr>
          <a:xfrm>
            <a:off x="0" y="0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ースタミナー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D857F2-3196-42AA-962B-6AF62357A746}"/>
              </a:ext>
            </a:extLst>
          </p:cNvPr>
          <p:cNvSpPr txBox="1"/>
          <p:nvPr/>
        </p:nvSpPr>
        <p:spPr>
          <a:xfrm>
            <a:off x="0" y="769441"/>
            <a:ext cx="68788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ダッシュをするのに必要</a:t>
            </a:r>
            <a:endParaRPr kumimoji="1" lang="en-US" altLang="ja-JP" dirty="0"/>
          </a:p>
          <a:p>
            <a:r>
              <a:rPr lang="ja-JP" altLang="en-US" dirty="0"/>
              <a:t>一回ですべて消費される、スタミナは画面右上に常に表示される</a:t>
            </a:r>
            <a:endParaRPr lang="en-US" altLang="ja-JP" dirty="0"/>
          </a:p>
          <a:p>
            <a:r>
              <a:rPr kumimoji="1" lang="ja-JP" altLang="en-US" dirty="0"/>
              <a:t>押していないときはむいている方向にダッシュ、</a:t>
            </a:r>
            <a:endParaRPr kumimoji="1" lang="en-US" altLang="ja-JP" dirty="0"/>
          </a:p>
          <a:p>
            <a:r>
              <a:rPr kumimoji="1" lang="ja-JP" altLang="en-US" dirty="0"/>
              <a:t>移動方向を押しているときはその方向にダッシュされる</a:t>
            </a:r>
            <a:endParaRPr kumimoji="1" lang="en-US" altLang="ja-JP" dirty="0"/>
          </a:p>
          <a:p>
            <a:r>
              <a:rPr kumimoji="1" lang="ja-JP" altLang="en-US" dirty="0"/>
              <a:t>スタミナは地面に着地・色玉を経由・敵を倒すと回復される</a:t>
            </a:r>
            <a:endParaRPr kumimoji="1" lang="en-US" altLang="ja-JP" dirty="0"/>
          </a:p>
          <a:p>
            <a:r>
              <a:rPr lang="ja-JP" altLang="en-US" dirty="0"/>
              <a:t>ダッシュできない状態はプレイヤーが灰色になる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4D37D8F-D081-4D70-AE02-00EF45571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952" y="997684"/>
            <a:ext cx="1228571" cy="49523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87F4546-94AE-4EA3-A448-8BA88E008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734" y="969112"/>
            <a:ext cx="1219048" cy="52381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37F12-D70C-492B-979F-97B8ECD0B088}"/>
              </a:ext>
            </a:extLst>
          </p:cNvPr>
          <p:cNvSpPr txBox="1"/>
          <p:nvPr/>
        </p:nvSpPr>
        <p:spPr>
          <a:xfrm>
            <a:off x="6878806" y="704759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スタミナあるとき／ないとき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2BCB168E-DE27-4BB8-A887-8E088B6543B6}"/>
              </a:ext>
            </a:extLst>
          </p:cNvPr>
          <p:cNvGrpSpPr/>
          <p:nvPr/>
        </p:nvGrpSpPr>
        <p:grpSpPr>
          <a:xfrm>
            <a:off x="-351515" y="2539186"/>
            <a:ext cx="6648264" cy="2460813"/>
            <a:chOff x="-308653" y="1724043"/>
            <a:chExt cx="6648264" cy="2460813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A41A6285-97E3-4F77-A08B-8CA102959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08653" y="1724045"/>
              <a:ext cx="2460811" cy="2460811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4D9456EE-1A8B-42B2-B6FF-5E53AF513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8064" y="2177065"/>
              <a:ext cx="1728692" cy="1554769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934B27B6-8070-44E0-8611-7F15255EA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8800" y="1724043"/>
              <a:ext cx="2460811" cy="2460811"/>
            </a:xfrm>
            <a:prstGeom prst="rect">
              <a:avLst/>
            </a:prstGeom>
          </p:spPr>
        </p:pic>
        <p:sp>
          <p:nvSpPr>
            <p:cNvPr id="12" name="矢印: 右 11">
              <a:extLst>
                <a:ext uri="{FF2B5EF4-FFF2-40B4-BE49-F238E27FC236}">
                  <a16:creationId xmlns:a16="http://schemas.microsoft.com/office/drawing/2014/main" id="{C105C307-6F7B-4CFB-8DD1-574E7B37D3E8}"/>
                </a:ext>
              </a:extLst>
            </p:cNvPr>
            <p:cNvSpPr/>
            <p:nvPr/>
          </p:nvSpPr>
          <p:spPr>
            <a:xfrm>
              <a:off x="1478869" y="2820372"/>
              <a:ext cx="446439" cy="18516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矢印: 右 12">
              <a:extLst>
                <a:ext uri="{FF2B5EF4-FFF2-40B4-BE49-F238E27FC236}">
                  <a16:creationId xmlns:a16="http://schemas.microsoft.com/office/drawing/2014/main" id="{75BB0C3B-838B-4F02-A742-3CA2B1AABE64}"/>
                </a:ext>
              </a:extLst>
            </p:cNvPr>
            <p:cNvSpPr/>
            <p:nvPr/>
          </p:nvSpPr>
          <p:spPr>
            <a:xfrm>
              <a:off x="3878800" y="2820371"/>
              <a:ext cx="446439" cy="18516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9BB359BF-9048-4470-8F1A-333242EAC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516" y="4917005"/>
            <a:ext cx="2460811" cy="2460811"/>
          </a:xfrm>
          <a:prstGeom prst="rect">
            <a:avLst/>
          </a:prstGeom>
        </p:spPr>
      </p:pic>
      <p:sp>
        <p:nvSpPr>
          <p:cNvPr id="17" name="矢印: 右 16">
            <a:extLst>
              <a:ext uri="{FF2B5EF4-FFF2-40B4-BE49-F238E27FC236}">
                <a16:creationId xmlns:a16="http://schemas.microsoft.com/office/drawing/2014/main" id="{C1C00A26-9374-4066-B532-78E88B8D4467}"/>
              </a:ext>
            </a:extLst>
          </p:cNvPr>
          <p:cNvSpPr/>
          <p:nvPr/>
        </p:nvSpPr>
        <p:spPr>
          <a:xfrm rot="19022054">
            <a:off x="1436006" y="5886029"/>
            <a:ext cx="446439" cy="185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35F55670-5347-4F60-8F96-809B40AF9C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88219">
            <a:off x="1844421" y="4762214"/>
            <a:ext cx="1747731" cy="1571893"/>
          </a:xfrm>
          <a:prstGeom prst="rect">
            <a:avLst/>
          </a:prstGeom>
        </p:spPr>
      </p:pic>
      <p:sp>
        <p:nvSpPr>
          <p:cNvPr id="20" name="矢印: 右 19">
            <a:extLst>
              <a:ext uri="{FF2B5EF4-FFF2-40B4-BE49-F238E27FC236}">
                <a16:creationId xmlns:a16="http://schemas.microsoft.com/office/drawing/2014/main" id="{4E9A2B1C-37B6-4F28-8C48-D433A4BF84DC}"/>
              </a:ext>
            </a:extLst>
          </p:cNvPr>
          <p:cNvSpPr/>
          <p:nvPr/>
        </p:nvSpPr>
        <p:spPr>
          <a:xfrm>
            <a:off x="3546697" y="4935942"/>
            <a:ext cx="446439" cy="185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7700265F-D4C0-4694-AAB4-563B31CA2F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897" y="4162068"/>
            <a:ext cx="2337009" cy="2337009"/>
          </a:xfrm>
          <a:prstGeom prst="rect">
            <a:avLst/>
          </a:prstGeom>
        </p:spPr>
      </p:pic>
      <p:sp>
        <p:nvSpPr>
          <p:cNvPr id="23" name="矢印: 右 22">
            <a:extLst>
              <a:ext uri="{FF2B5EF4-FFF2-40B4-BE49-F238E27FC236}">
                <a16:creationId xmlns:a16="http://schemas.microsoft.com/office/drawing/2014/main" id="{52853AF0-F5C3-443C-9128-7EB153EF3427}"/>
              </a:ext>
            </a:extLst>
          </p:cNvPr>
          <p:cNvSpPr/>
          <p:nvPr/>
        </p:nvSpPr>
        <p:spPr>
          <a:xfrm>
            <a:off x="6089107" y="5139650"/>
            <a:ext cx="446439" cy="185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12CCC75C-CFF4-43B9-860E-504CC3C79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648" y="4629910"/>
            <a:ext cx="2460811" cy="2460811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2ACC039-0FBD-42BA-8B2E-0FE7DF7AEE22}"/>
              </a:ext>
            </a:extLst>
          </p:cNvPr>
          <p:cNvSpPr/>
          <p:nvPr/>
        </p:nvSpPr>
        <p:spPr>
          <a:xfrm>
            <a:off x="6535546" y="6436897"/>
            <a:ext cx="2097092" cy="3432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325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EC7234-B10E-40CD-A03C-F3BB2D062744}"/>
              </a:ext>
            </a:extLst>
          </p:cNvPr>
          <p:cNvSpPr txBox="1"/>
          <p:nvPr/>
        </p:nvSpPr>
        <p:spPr>
          <a:xfrm>
            <a:off x="0" y="0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ー手裏剣ー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DD4A7B-EC46-4FD4-AFC7-28DA10C4B49A}"/>
              </a:ext>
            </a:extLst>
          </p:cNvPr>
          <p:cNvSpPr txBox="1"/>
          <p:nvPr/>
        </p:nvSpPr>
        <p:spPr>
          <a:xfrm>
            <a:off x="0" y="769441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手裏剣を投げて遠くの敵を攻撃する</a:t>
            </a:r>
            <a:endParaRPr kumimoji="1" lang="en-US" altLang="ja-JP" dirty="0"/>
          </a:p>
          <a:p>
            <a:r>
              <a:rPr lang="ja-JP" altLang="en-US" dirty="0"/>
              <a:t>攻撃力は低い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95BC0D-57CB-4F53-B9C5-A0E99BEA0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327" y="1538882"/>
            <a:ext cx="3174603" cy="26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0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1F47F3-02A1-45C6-B72B-8FA921C180CA}"/>
              </a:ext>
            </a:extLst>
          </p:cNvPr>
          <p:cNvSpPr txBox="1"/>
          <p:nvPr/>
        </p:nvSpPr>
        <p:spPr>
          <a:xfrm>
            <a:off x="0" y="0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ー身代わりの術ー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07428-EDC3-441B-8D9F-F07A14138888}"/>
              </a:ext>
            </a:extLst>
          </p:cNvPr>
          <p:cNvSpPr txBox="1"/>
          <p:nvPr/>
        </p:nvSpPr>
        <p:spPr>
          <a:xfrm>
            <a:off x="0" y="769441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敵の攻撃に当たるとき、タイミングよくボタンを押すと回避できる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829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B13EE1-46E8-4190-A176-E9B052C35E9C}"/>
              </a:ext>
            </a:extLst>
          </p:cNvPr>
          <p:cNvSpPr txBox="1"/>
          <p:nvPr/>
        </p:nvSpPr>
        <p:spPr>
          <a:xfrm>
            <a:off x="0" y="0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ー壁ジャンプー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421848-1DF0-40D7-B032-884FB810EA68}"/>
              </a:ext>
            </a:extLst>
          </p:cNvPr>
          <p:cNvSpPr txBox="1"/>
          <p:nvPr/>
        </p:nvSpPr>
        <p:spPr>
          <a:xfrm>
            <a:off x="0" y="769441"/>
            <a:ext cx="9879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プレイヤーが壁に接触した状態でジャンプ入力を行うと、壁を蹴って反対方向へ跳び上がる。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CB0C25-677E-4668-8F2A-611D57B10DBB}"/>
              </a:ext>
            </a:extLst>
          </p:cNvPr>
          <p:cNvSpPr/>
          <p:nvPr/>
        </p:nvSpPr>
        <p:spPr>
          <a:xfrm>
            <a:off x="1" y="1712686"/>
            <a:ext cx="769256" cy="51453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062F06-CEE3-4819-9898-D578CF3225BB}"/>
              </a:ext>
            </a:extLst>
          </p:cNvPr>
          <p:cNvSpPr txBox="1"/>
          <p:nvPr/>
        </p:nvSpPr>
        <p:spPr>
          <a:xfrm>
            <a:off x="705320" y="514531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この状態でジャンプ入力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B2503489-15EE-4CF9-821E-A96A40F9276A}"/>
              </a:ext>
            </a:extLst>
          </p:cNvPr>
          <p:cNvSpPr/>
          <p:nvPr/>
        </p:nvSpPr>
        <p:spPr>
          <a:xfrm>
            <a:off x="3038443" y="3384970"/>
            <a:ext cx="1901371" cy="14664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81BAC70-B423-44A0-9114-3914B0E03816}"/>
              </a:ext>
            </a:extLst>
          </p:cNvPr>
          <p:cNvSpPr/>
          <p:nvPr/>
        </p:nvSpPr>
        <p:spPr>
          <a:xfrm>
            <a:off x="5218279" y="1712686"/>
            <a:ext cx="769256" cy="51453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0C1ECDC2-CB10-4DD8-A8DC-A89625E0A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884" y="1857828"/>
            <a:ext cx="1849529" cy="195147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831FA3C7-1E1F-4CC3-93D6-47E015317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886" y="2556084"/>
            <a:ext cx="31242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5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3915C1-1EBB-4D3C-B65C-3603D7F4CE41}"/>
              </a:ext>
            </a:extLst>
          </p:cNvPr>
          <p:cNvSpPr txBox="1"/>
          <p:nvPr/>
        </p:nvSpPr>
        <p:spPr>
          <a:xfrm>
            <a:off x="0" y="0"/>
            <a:ext cx="42862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ー死亡判定ー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EE4625-E781-4F5D-B48A-8D3A2E00C530}"/>
              </a:ext>
            </a:extLst>
          </p:cNvPr>
          <p:cNvSpPr txBox="1"/>
          <p:nvPr/>
        </p:nvSpPr>
        <p:spPr>
          <a:xfrm>
            <a:off x="204132" y="726758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落下死</a:t>
            </a:r>
            <a:r>
              <a:rPr lang="en-US" altLang="ja-JP" dirty="0"/>
              <a:t>	</a:t>
            </a:r>
            <a:r>
              <a:rPr lang="ja-JP" altLang="en-US" dirty="0"/>
              <a:t>　トゲ</a:t>
            </a:r>
            <a:endParaRPr lang="en-US" altLang="ja-JP" dirty="0"/>
          </a:p>
          <a:p>
            <a:r>
              <a:rPr kumimoji="1" lang="ja-JP" altLang="en-US" dirty="0"/>
              <a:t>敵の攻撃　ダッシュ状態でないときの敵の接触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A67A99-A783-4540-8159-A022FC2423BB}"/>
              </a:ext>
            </a:extLst>
          </p:cNvPr>
          <p:cNvSpPr txBox="1"/>
          <p:nvPr/>
        </p:nvSpPr>
        <p:spPr>
          <a:xfrm>
            <a:off x="0" y="2099847"/>
            <a:ext cx="96936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ダッシュ状態の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が敵と接触することで「行動待機状態」になる</a:t>
            </a:r>
            <a:endParaRPr kumimoji="1" lang="en-US" altLang="ja-JP" sz="2400" dirty="0"/>
          </a:p>
          <a:p>
            <a:r>
              <a:rPr kumimoji="1" lang="ja-JP" altLang="en-US" sz="2400" dirty="0"/>
              <a:t>この「行動待機状態」になるともう一度ダッシュが可能になる</a:t>
            </a:r>
            <a:endParaRPr kumimoji="1" lang="en-US" altLang="ja-JP" sz="2400" dirty="0"/>
          </a:p>
          <a:p>
            <a:r>
              <a:rPr lang="ja-JP" altLang="en-US" sz="2400" dirty="0"/>
              <a:t>「行動待機状態」でダッシュをすることで敵が死ぬ</a:t>
            </a:r>
            <a:endParaRPr kumimoji="1" lang="ja-JP" altLang="en-US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2524A84-6215-4ACB-B1B5-5C1CF7030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742" y="2923658"/>
            <a:ext cx="2720880" cy="204866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4EBB7A2-7005-4711-9C94-8EACC6CF3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96" y="3317163"/>
            <a:ext cx="1728692" cy="155476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BF96E96-784E-4097-92CF-1B60C7AB4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805" y="2923658"/>
            <a:ext cx="2720880" cy="204866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435A3E7-E9FC-4AD5-8F6F-43EDDBC7C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622" y="2867045"/>
            <a:ext cx="2460811" cy="246081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D1F8E21-7F40-42C8-B398-ADD7CC411B63}"/>
              </a:ext>
            </a:extLst>
          </p:cNvPr>
          <p:cNvSpPr txBox="1"/>
          <p:nvPr/>
        </p:nvSpPr>
        <p:spPr>
          <a:xfrm>
            <a:off x="4618701" y="474148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行動待機状態</a:t>
            </a:r>
            <a:endParaRPr lang="en-US" altLang="ja-JP" sz="2400" dirty="0"/>
          </a:p>
          <a:p>
            <a:r>
              <a:rPr kumimoji="1" lang="ja-JP" altLang="en-US" sz="2400" dirty="0"/>
              <a:t>この状態では敵は攻撃しない</a:t>
            </a:r>
            <a:endParaRPr kumimoji="1" lang="en-US" altLang="ja-JP" sz="2400" dirty="0"/>
          </a:p>
          <a:p>
            <a:r>
              <a:rPr lang="en-US" altLang="ja-JP" sz="2400" dirty="0"/>
              <a:t>Player</a:t>
            </a:r>
            <a:r>
              <a:rPr lang="ja-JP" altLang="en-US" sz="2400" dirty="0"/>
              <a:t>のダッシュが回復</a:t>
            </a:r>
            <a:endParaRPr kumimoji="1" lang="ja-JP" altLang="en-US" sz="24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550E5D0-44E5-4322-8EB6-5E831CDF1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847" y="3170604"/>
            <a:ext cx="1728692" cy="155476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4CA9B86-1EDE-49DF-B738-803C8EEAE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785" y="3225636"/>
            <a:ext cx="1921011" cy="149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4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365</Words>
  <Application>Microsoft Office PowerPoint</Application>
  <PresentationFormat>ワイド画面</PresentationFormat>
  <Paragraphs>53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百田　睦貴</dc:creator>
  <cp:lastModifiedBy>百田　睦貴</cp:lastModifiedBy>
  <cp:revision>24</cp:revision>
  <dcterms:created xsi:type="dcterms:W3CDTF">2026-06-02T00:55:00Z</dcterms:created>
  <dcterms:modified xsi:type="dcterms:W3CDTF">2026-06-08T07:10:25Z</dcterms:modified>
</cp:coreProperties>
</file>