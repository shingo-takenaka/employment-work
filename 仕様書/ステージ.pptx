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0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B847AB-6F7E-4F08-9866-6A86078A2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2FC826-04A5-4132-B8D4-CDB20A1E1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CE04E6-EF87-4F79-923F-902D476B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E6ED2B-D589-441A-B7C4-5901178B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4EB29F-D9F7-4566-9C41-D7374857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17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59F6A6-A91B-4F8F-96E3-2673884E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B1AB02-317C-4AE0-89B8-9545B97D8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68CD85-7FC5-42AD-BF78-B64F1B04F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00DCC0-8272-43F3-8DCB-4A5E4FF3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E24AAE-090D-4BF9-B965-00C07DBF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35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C4B55C-2812-47DF-8866-15588C19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65F76-D275-45AF-9C33-BA29894BE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F6E1A1-7851-4221-BE9A-0B7FDAED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4276DB-C6B3-4758-AD27-7F678180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AF842-BC54-4EB0-AC95-1C867A67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92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34216-91EB-4CEA-8CAA-09499E2DB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6D742B-5D93-46F5-98BF-156BB23A8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F855E4-81B8-4DEB-B553-CFDBE97AF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EBDE1F-8B59-408C-8F71-414A4E9C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6F21A3-75DF-4E21-BB80-91A28F7C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52E1CC-1E27-4663-A6E4-84865F24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29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DCB3C-57A2-4309-B2F8-F7C26FF6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C7E665-1847-4E0E-B126-25CB5A8A1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9806B9-85C6-472C-B889-1AC1D486C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0C5CF37-EDDE-4A88-831B-5C5A8021B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4BE4C7-B37D-4836-8256-A02852EC8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B11C324-5C10-4605-B6AC-74E529DC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F766F5-8E9D-4D68-A14E-017CAF30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6C2F35A-577D-45D5-A38C-C3019729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83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436875-C59C-451C-AB45-2BCF7E68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D133E1-83D1-41BD-B645-73A50E44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82E187-6EF1-4241-B225-C3CDD8BE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CF0C2D-2F80-4BA4-AEF0-E984B3F4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71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B2ED1DE-1702-4258-BC79-5B441948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0A963B-3225-484F-B660-21C30366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3D06EE-C540-4A15-BE35-1FE3D865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42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E81CBC-21B2-4BF7-A327-2FD82249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72E171-96D6-418F-8F84-3FBE0C7D5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858BA4-9850-464A-BC21-5A86A1F41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E1F01C-0FB3-4B92-BC64-3695C644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5268D3-B7B1-45E4-ADED-8B85DCFF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A2E577-49CB-47D0-8599-B7026C45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06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490643-4F95-444F-8EB2-DA63248B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DBEC38-6D4D-4153-8D52-815C6E7C5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2DAF55-7731-40EA-8FA0-6FF53945C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DD4DF8-F96C-4FED-BC58-D54BA318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C321D7-4C09-4A46-81FB-13A6FFFC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932DA7-B883-44F2-A182-F5B43AAD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22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7E48-EF46-4850-A29F-1AE3DB9C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9EE1A7-50D3-49B8-B2EE-8661D2EF8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0688B4-8B54-4795-B1B6-F055AC52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ADC295-39AD-4AE5-B329-D562FEF8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AD69BA-6D9A-43B9-806E-4E7A0A12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895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BA129A-EE2D-49DB-B56E-31EC692F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B44FB3-8378-4A92-B9B9-15DB83375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916BF5-2FC3-43BD-8094-F4BDC10D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42AE7B-B7BB-4093-BF8C-3B95C73B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B6DF38-AA65-44BA-AC3B-E21E70F1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35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1EF4F70-F132-445B-9987-D4501142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CE5F6A-4624-45F3-9F62-0ABC33392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E38E4C-6EC9-4F8D-9F9B-5E6242A9F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7E9E6-0AF9-480C-A1F8-8E6CDA39B19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ECA3C-1822-4B0A-B798-ACD3D0CB4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7E61C2-C3DF-40B9-B121-966F6976C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782AD-759B-4AD1-BF1D-2655C7DAC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96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D49A2C-ADFD-4C3B-8141-E1F0B2298BE6}"/>
              </a:ext>
            </a:extLst>
          </p:cNvPr>
          <p:cNvSpPr txBox="1"/>
          <p:nvPr/>
        </p:nvSpPr>
        <p:spPr>
          <a:xfrm>
            <a:off x="290456" y="365760"/>
            <a:ext cx="83920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・基本</a:t>
            </a:r>
            <a:r>
              <a:rPr kumimoji="1" lang="en-US" altLang="ja-JP" dirty="0"/>
              <a:t>3</a:t>
            </a:r>
            <a:r>
              <a:rPr kumimoji="1" lang="ja-JP" altLang="en-US" dirty="0"/>
              <a:t>ステージ＋エクストラ</a:t>
            </a:r>
            <a:r>
              <a:rPr kumimoji="1" lang="en-US" altLang="ja-JP" dirty="0"/>
              <a:t>1</a:t>
            </a:r>
            <a:r>
              <a:rPr kumimoji="1" lang="ja-JP" altLang="en-US" dirty="0"/>
              <a:t>ステージ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1</a:t>
            </a:r>
            <a:r>
              <a:rPr lang="ja-JP" altLang="en-US" dirty="0"/>
              <a:t>ステージごとにある収集物をすべて集めることでエクストラステージが開く</a:t>
            </a:r>
            <a:endParaRPr lang="en-US" altLang="ja-JP" dirty="0"/>
          </a:p>
          <a:p>
            <a:r>
              <a:rPr lang="ja-JP" altLang="en-US" dirty="0"/>
              <a:t>・壁ジャンプさせたい場所では</a:t>
            </a:r>
            <a:r>
              <a:rPr lang="en-US" altLang="ja-JP" dirty="0"/>
              <a:t>2D</a:t>
            </a:r>
            <a:r>
              <a:rPr lang="ja-JP" altLang="en-US" dirty="0"/>
              <a:t>、それ以外は</a:t>
            </a:r>
            <a:r>
              <a:rPr lang="en-US" altLang="ja-JP" dirty="0"/>
              <a:t>3D</a:t>
            </a:r>
          </a:p>
          <a:p>
            <a:r>
              <a:rPr lang="ja-JP" altLang="en-US" dirty="0"/>
              <a:t>・多くはないがあ</a:t>
            </a:r>
            <a:r>
              <a:rPr lang="en-US" altLang="ja-JP" dirty="0"/>
              <a:t>2D</a:t>
            </a:r>
            <a:r>
              <a:rPr lang="ja-JP" altLang="en-US" dirty="0"/>
              <a:t>のときにも敵は存在する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75448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51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百田　睦貴</dc:creator>
  <cp:lastModifiedBy>百田　睦貴</cp:lastModifiedBy>
  <cp:revision>5</cp:revision>
  <dcterms:created xsi:type="dcterms:W3CDTF">2026-06-11T00:47:54Z</dcterms:created>
  <dcterms:modified xsi:type="dcterms:W3CDTF">2026-06-11T04:34:48Z</dcterms:modified>
</cp:coreProperties>
</file>