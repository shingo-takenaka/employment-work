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2" autoAdjust="0"/>
    <p:restoredTop sz="94660"/>
  </p:normalViewPr>
  <p:slideViewPr>
    <p:cSldViewPr snapToGrid="0">
      <p:cViewPr varScale="1">
        <p:scale>
          <a:sx n="84" d="100"/>
          <a:sy n="84" d="100"/>
        </p:scale>
        <p:origin x="120"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B847AB-6F7E-4F08-9866-6A86078A2B23}"/>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32FC826-04A5-4132-B8D4-CDB20A1E1B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3CE04E6-EF87-4F79-923F-902D476B36CE}"/>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B9E6ED2B-D589-441A-B7C4-5901178BFB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4EB29F-D9F7-4566-9C41-D7374857E921}"/>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19401731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59F6A6-A91B-4F8F-96E3-2673884EB30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1B1AB02-317C-4AE0-89B8-9545B97D87F9}"/>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68CD85-7FC5-42AD-BF78-B64F1B04FE8D}"/>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2000DCC0-8272-43F3-8DCB-4A5E4FF366B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DE24AAE-090D-4BF9-B965-00C07DBF2FF6}"/>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34953501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2C4B55C-2812-47DF-8866-15588C19290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65F76-D275-45AF-9C33-BA29894BEF4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7F6E1A1-7851-4221-BE9A-0B7FDAEDB993}"/>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474276DB-C6B3-4758-AD27-7F678180201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08AF842-BC54-4EB0-AC95-1C867A67FFA5}"/>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2361927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734216-91EB-4CEA-8CAA-09499E2DB0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F6D742B-5D93-46F5-98BF-156BB23A8AC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1F855E4-81B8-4DEB-B553-CFDBE97AF3A0}"/>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AEBDE1F-8B59-408C-8F71-414A4E9C3285}"/>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6" name="フッター プレースホルダー 5">
            <a:extLst>
              <a:ext uri="{FF2B5EF4-FFF2-40B4-BE49-F238E27FC236}">
                <a16:creationId xmlns:a16="http://schemas.microsoft.com/office/drawing/2014/main" id="{126F21A3-75DF-4E21-BB80-91A28F7CD44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F52E1CC-1E27-4663-A6E4-84865F24A305}"/>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26612916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EDCB3C-57A2-4309-B2F8-F7C26FF6F02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1C7E665-1847-4E0E-B126-25CB5A8A1D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D9806B9-85C6-472C-B889-1AC1D486CC4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0C5CF37-EDDE-4A88-831B-5C5A8021B7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4E4BE4C7-B37D-4836-8256-A02852EC87F3}"/>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B11C324-5C10-4605-B6AC-74E529DCCD9B}"/>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8" name="フッター プレースホルダー 7">
            <a:extLst>
              <a:ext uri="{FF2B5EF4-FFF2-40B4-BE49-F238E27FC236}">
                <a16:creationId xmlns:a16="http://schemas.microsoft.com/office/drawing/2014/main" id="{0DF766F5-8E9D-4D68-A14E-017CAF305CF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6C2F35A-577D-45D5-A38C-C3019729A3FE}"/>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2065837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436875-C59C-451C-AB45-2BCF7E68767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3D133E1-83D1-41BD-B645-73A50E44C043}"/>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4" name="フッター プレースホルダー 3">
            <a:extLst>
              <a:ext uri="{FF2B5EF4-FFF2-40B4-BE49-F238E27FC236}">
                <a16:creationId xmlns:a16="http://schemas.microsoft.com/office/drawing/2014/main" id="{9082E187-6EF1-4241-B225-C3CDD8BE150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1CF0C2D-2F80-4BA4-AEF0-E984B3F443C0}"/>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25917101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B2ED1DE-1702-4258-BC79-5B441948C5E0}"/>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3" name="フッター プレースホルダー 2">
            <a:extLst>
              <a:ext uri="{FF2B5EF4-FFF2-40B4-BE49-F238E27FC236}">
                <a16:creationId xmlns:a16="http://schemas.microsoft.com/office/drawing/2014/main" id="{C80A963B-3225-484F-B660-21C30366FFC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B3D06EE-C540-4A15-BE35-1FE3D86583A7}"/>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16674244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E81CBC-21B2-4BF7-A327-2FD822495F0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B72E171-96D6-418F-8F84-3FBE0C7D5D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7858BA4-9850-464A-BC21-5A86A1F418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EE1F01C-0FB3-4B92-BC64-3695C644372F}"/>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6" name="フッター プレースホルダー 5">
            <a:extLst>
              <a:ext uri="{FF2B5EF4-FFF2-40B4-BE49-F238E27FC236}">
                <a16:creationId xmlns:a16="http://schemas.microsoft.com/office/drawing/2014/main" id="{C15268D3-B7B1-45E4-ADED-8B85DCFF869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EA2E577-49CB-47D0-8599-B7026C45E7A2}"/>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1005068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490643-4F95-444F-8EB2-DA63248BDB9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92DBEC38-6D4D-4153-8D52-815C6E7C5B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B2DAF55-7731-40EA-8FA0-6FF53945C3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D4DF8-F96C-4FED-BC58-D54BA3189E4C}"/>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6" name="フッター プレースホルダー 5">
            <a:extLst>
              <a:ext uri="{FF2B5EF4-FFF2-40B4-BE49-F238E27FC236}">
                <a16:creationId xmlns:a16="http://schemas.microsoft.com/office/drawing/2014/main" id="{CCC321D7-4C09-4A46-81FB-13A6FFFC392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5932DA7-B883-44F2-A182-F5B43AAD93BC}"/>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209022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907E48-EF46-4850-A29F-1AE3DB9C43F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9EE1A7-50D3-49B8-B2EE-8661D2EF8B7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20688B4-8B54-4795-B1B6-F055AC52B20C}"/>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ADADC295-39AD-4AE5-B329-D562FEF83BF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AD69BA-6D9A-43B9-806E-4E7A0A123257}"/>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788955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13BA129A-EE2D-49DB-B56E-31EC692F0FD1}"/>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5B44FB3-8378-4A92-B9B9-15DB83375B4E}"/>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9916BF5-2FC3-43BD-8094-F4BDC10D8DAD}"/>
              </a:ext>
            </a:extLst>
          </p:cNvPr>
          <p:cNvSpPr>
            <a:spLocks noGrp="1"/>
          </p:cNvSpPr>
          <p:nvPr>
            <p:ph type="dt" sz="half" idx="10"/>
          </p:nvPr>
        </p:nvSpPr>
        <p:spPr/>
        <p:txBody>
          <a:body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4B42AE7B-B7BB-4093-BF8C-3B95C73B48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3B6DF38-AA65-44BA-AC3B-E21E70F14CFE}"/>
              </a:ext>
            </a:extLst>
          </p:cNvPr>
          <p:cNvSpPr>
            <a:spLocks noGrp="1"/>
          </p:cNvSpPr>
          <p:nvPr>
            <p:ph type="sldNum" sz="quarter" idx="12"/>
          </p:nvPr>
        </p:nvSpPr>
        <p:spPr/>
        <p:txBody>
          <a:body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31943515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1EF4F70-F132-445B-9987-D450114236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BCE5F6A-4624-45F3-9F62-0ABC333920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8E38E4C-6EC9-4F8D-9F9B-5E6242A9FC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E7E9E6-0AF9-480C-A1F8-8E6CDA39B193}" type="datetimeFigureOut">
              <a:rPr kumimoji="1" lang="ja-JP" altLang="en-US" smtClean="0"/>
              <a:t>2026/6/18</a:t>
            </a:fld>
            <a:endParaRPr kumimoji="1" lang="ja-JP" altLang="en-US"/>
          </a:p>
        </p:txBody>
      </p:sp>
      <p:sp>
        <p:nvSpPr>
          <p:cNvPr id="5" name="フッター プレースホルダー 4">
            <a:extLst>
              <a:ext uri="{FF2B5EF4-FFF2-40B4-BE49-F238E27FC236}">
                <a16:creationId xmlns:a16="http://schemas.microsoft.com/office/drawing/2014/main" id="{18DECA3C-1822-4B0A-B798-ACD3D0CB4E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07E61C2-C3DF-40B9-B121-966F6976C2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B0782AD-759B-4AD1-BF1D-2655C7DACA0A}" type="slidenum">
              <a:rPr kumimoji="1" lang="ja-JP" altLang="en-US" smtClean="0"/>
              <a:t>‹#›</a:t>
            </a:fld>
            <a:endParaRPr kumimoji="1" lang="ja-JP" altLang="en-US"/>
          </a:p>
        </p:txBody>
      </p:sp>
    </p:spTree>
    <p:extLst>
      <p:ext uri="{BB962C8B-B14F-4D97-AF65-F5344CB8AC3E}">
        <p14:creationId xmlns:p14="http://schemas.microsoft.com/office/powerpoint/2010/main" val="861962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81D49A2C-ADFD-4C3B-8141-E1F0B2298BE6}"/>
              </a:ext>
            </a:extLst>
          </p:cNvPr>
          <p:cNvSpPr txBox="1"/>
          <p:nvPr/>
        </p:nvSpPr>
        <p:spPr>
          <a:xfrm>
            <a:off x="301886" y="331470"/>
            <a:ext cx="9777035" cy="2031325"/>
          </a:xfrm>
          <a:prstGeom prst="rect">
            <a:avLst/>
          </a:prstGeom>
          <a:noFill/>
        </p:spPr>
        <p:txBody>
          <a:bodyPr wrap="none" rtlCol="0">
            <a:spAutoFit/>
          </a:bodyPr>
          <a:lstStyle/>
          <a:p>
            <a:r>
              <a:rPr kumimoji="1" lang="ja-JP" altLang="en-US" dirty="0"/>
              <a:t>・基本</a:t>
            </a:r>
            <a:r>
              <a:rPr kumimoji="1" lang="en-US" altLang="ja-JP" dirty="0"/>
              <a:t>3</a:t>
            </a:r>
            <a:r>
              <a:rPr kumimoji="1" lang="ja-JP" altLang="en-US" dirty="0"/>
              <a:t>ステージ＋エクストラ</a:t>
            </a:r>
            <a:r>
              <a:rPr kumimoji="1" lang="en-US" altLang="ja-JP" dirty="0"/>
              <a:t>1</a:t>
            </a:r>
            <a:r>
              <a:rPr kumimoji="1" lang="ja-JP" altLang="en-US" dirty="0"/>
              <a:t>ステージ</a:t>
            </a:r>
            <a:endParaRPr kumimoji="1" lang="en-US" altLang="ja-JP" dirty="0"/>
          </a:p>
          <a:p>
            <a:r>
              <a:rPr lang="ja-JP" altLang="en-US" dirty="0"/>
              <a:t>・</a:t>
            </a:r>
            <a:r>
              <a:rPr lang="en-US" altLang="ja-JP" dirty="0"/>
              <a:t>1</a:t>
            </a:r>
            <a:r>
              <a:rPr lang="ja-JP" altLang="en-US" dirty="0"/>
              <a:t>ステージごとにある収集物をすべて集めることでエクストラステージが開く</a:t>
            </a:r>
            <a:endParaRPr lang="en-US" altLang="ja-JP" dirty="0"/>
          </a:p>
          <a:p>
            <a:r>
              <a:rPr lang="ja-JP" altLang="en-US" dirty="0"/>
              <a:t>・中心の町を基準に北・東・西を</a:t>
            </a:r>
            <a:r>
              <a:rPr lang="en-US" altLang="ja-JP" dirty="0"/>
              <a:t>1</a:t>
            </a:r>
            <a:r>
              <a:rPr lang="ja-JP" altLang="en-US" dirty="0"/>
              <a:t>・２・３ステージとして、エクストラステージを南にする</a:t>
            </a:r>
            <a:endParaRPr lang="en-US" altLang="ja-JP" dirty="0"/>
          </a:p>
          <a:p>
            <a:r>
              <a:rPr lang="ja-JP" altLang="en-US" dirty="0"/>
              <a:t>・基本は</a:t>
            </a:r>
            <a:r>
              <a:rPr lang="en-US" altLang="ja-JP" dirty="0"/>
              <a:t>3D</a:t>
            </a:r>
            <a:r>
              <a:rPr lang="ja-JP" altLang="en-US" dirty="0"/>
              <a:t>アクション。壁ジャンプさせたいようなアクションエリアでは</a:t>
            </a:r>
            <a:r>
              <a:rPr lang="en-US" altLang="ja-JP" dirty="0"/>
              <a:t>2D</a:t>
            </a:r>
          </a:p>
          <a:p>
            <a:r>
              <a:rPr lang="ja-JP" altLang="en-US" dirty="0"/>
              <a:t>・多くはないが</a:t>
            </a:r>
            <a:r>
              <a:rPr lang="en-US" altLang="ja-JP" dirty="0"/>
              <a:t>2D</a:t>
            </a:r>
            <a:r>
              <a:rPr lang="ja-JP" altLang="en-US" dirty="0"/>
              <a:t>のときにも敵は存在する</a:t>
            </a:r>
            <a:endParaRPr lang="en-US" altLang="ja-JP" dirty="0"/>
          </a:p>
          <a:p>
            <a:endParaRPr lang="en-US" altLang="ja-JP" dirty="0"/>
          </a:p>
          <a:p>
            <a:r>
              <a:rPr lang="ja-JP" altLang="en-US" dirty="0"/>
              <a:t>・各ステージの進み方</a:t>
            </a:r>
            <a:endParaRPr lang="en-US" altLang="ja-JP" dirty="0"/>
          </a:p>
        </p:txBody>
      </p:sp>
      <p:sp>
        <p:nvSpPr>
          <p:cNvPr id="2" name="テキスト ボックス 1">
            <a:extLst>
              <a:ext uri="{FF2B5EF4-FFF2-40B4-BE49-F238E27FC236}">
                <a16:creationId xmlns:a16="http://schemas.microsoft.com/office/drawing/2014/main" id="{C0AB83B0-AAFF-4EB2-8DE8-1EAAD3676E90}"/>
              </a:ext>
            </a:extLst>
          </p:cNvPr>
          <p:cNvSpPr txBox="1"/>
          <p:nvPr/>
        </p:nvSpPr>
        <p:spPr>
          <a:xfrm>
            <a:off x="301886" y="2651760"/>
            <a:ext cx="11541771" cy="1754326"/>
          </a:xfrm>
          <a:prstGeom prst="rect">
            <a:avLst/>
          </a:prstGeom>
          <a:noFill/>
        </p:spPr>
        <p:txBody>
          <a:bodyPr wrap="square" rtlCol="0">
            <a:spAutoFit/>
          </a:bodyPr>
          <a:lstStyle/>
          <a:p>
            <a:r>
              <a:rPr kumimoji="1" lang="ja-JP" altLang="en-US" dirty="0"/>
              <a:t>探索エリア・アクションエリア・</a:t>
            </a:r>
            <a:r>
              <a:rPr kumimoji="1" lang="en-US" altLang="ja-JP" dirty="0"/>
              <a:t>(</a:t>
            </a:r>
            <a:r>
              <a:rPr kumimoji="1" lang="ja-JP" altLang="en-US" dirty="0"/>
              <a:t>大変そうだけ</a:t>
            </a:r>
            <a:r>
              <a:rPr lang="ja-JP" altLang="en-US" dirty="0"/>
              <a:t>どダンジョン的なのあったほうがよさそう何ならダンジョンをボスエリアにしたっていい</a:t>
            </a:r>
            <a:r>
              <a:rPr kumimoji="1" lang="en-US" altLang="ja-JP" dirty="0"/>
              <a:t>)</a:t>
            </a:r>
            <a:r>
              <a:rPr kumimoji="1" lang="ja-JP" altLang="en-US" dirty="0"/>
              <a:t>を進み、最後のボスエリアにいるボスを撃破でステージクリア</a:t>
            </a:r>
            <a:endParaRPr kumimoji="1" lang="en-US" altLang="ja-JP" dirty="0"/>
          </a:p>
          <a:p>
            <a:r>
              <a:rPr lang="ja-JP" altLang="en-US" dirty="0"/>
              <a:t>ステージクリア後別のステージへ行くことが可能になる。</a:t>
            </a:r>
            <a:endParaRPr lang="en-US" altLang="ja-JP" dirty="0"/>
          </a:p>
          <a:p>
            <a:endParaRPr kumimoji="1" lang="en-US" altLang="ja-JP" dirty="0"/>
          </a:p>
          <a:p>
            <a:r>
              <a:rPr kumimoji="1" lang="ja-JP" altLang="en-US" dirty="0"/>
              <a:t>敵</a:t>
            </a:r>
            <a:r>
              <a:rPr lang="ja-JP" altLang="en-US" dirty="0"/>
              <a:t>は</a:t>
            </a:r>
            <a:r>
              <a:rPr lang="en-US" altLang="ja-JP" dirty="0"/>
              <a:t>1</a:t>
            </a:r>
            <a:r>
              <a:rPr lang="ja-JP" altLang="en-US" dirty="0"/>
              <a:t>エリア倒すとエリア移動をしない限りリポップしない。</a:t>
            </a:r>
            <a:endParaRPr lang="en-US" altLang="ja-JP" dirty="0"/>
          </a:p>
          <a:p>
            <a:r>
              <a:rPr lang="en-US" altLang="ja-JP" dirty="0"/>
              <a:t>1</a:t>
            </a:r>
            <a:r>
              <a:rPr lang="ja-JP" altLang="en-US" dirty="0"/>
              <a:t>度倒した</a:t>
            </a:r>
            <a:r>
              <a:rPr kumimoji="1" lang="ja-JP" altLang="en-US" dirty="0"/>
              <a:t>ボスはエリア移動でもリポップせずボスエリアで任意で再戦可能</a:t>
            </a:r>
          </a:p>
        </p:txBody>
      </p:sp>
    </p:spTree>
    <p:extLst>
      <p:ext uri="{BB962C8B-B14F-4D97-AF65-F5344CB8AC3E}">
        <p14:creationId xmlns:p14="http://schemas.microsoft.com/office/powerpoint/2010/main" val="227544818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585</TotalTime>
  <Words>162</Words>
  <Application>Microsoft Office PowerPoint</Application>
  <PresentationFormat>ワイド画面</PresentationFormat>
  <Paragraphs>12</Paragraphs>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游ゴシック Light</vt:lpstr>
      <vt:lpstr>Arial</vt:lpstr>
      <vt:lpstr>Office テーマ</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百田　睦貴</dc:creator>
  <cp:lastModifiedBy>百田　睦貴</cp:lastModifiedBy>
  <cp:revision>13</cp:revision>
  <dcterms:created xsi:type="dcterms:W3CDTF">2026-06-11T00:47:54Z</dcterms:created>
  <dcterms:modified xsi:type="dcterms:W3CDTF">2026-06-18T04:41:56Z</dcterms:modified>
</cp:coreProperties>
</file>