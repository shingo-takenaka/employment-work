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56"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228"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C0FFCF-B76D-47B2-92F9-C4E0CE633A9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79F08A7-39D7-43B6-9B29-4F25DF9862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E7A5392-E9C8-4F8F-8909-D3083E7A5606}"/>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ACF4EBF0-D0A9-4114-B3CA-DF31DD8210A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3F50F1-FA12-4475-95EE-A796FAE1E8DB}"/>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703668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17AB6A-6441-4046-AE95-4108334A41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ECA0CC1-6095-43E6-9C0F-B80FD523107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5ADEEBF-8E73-40B9-A800-50657A192684}"/>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9C85B2ED-637A-4E6E-A982-8B9C581880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EEFD2BE-A073-4DAD-9556-5B5F948E4F22}"/>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2141795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88E038-51EC-4AB9-9281-02C15C7FBD0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0D8B0B7-D15C-4CD2-B4ED-643A47DB5F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AFA9E9E-3469-4B2C-89DD-64AAB77C689A}"/>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EC14540D-6537-4513-95C3-6D2E899B52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D35A7C6-61C9-49B2-8DB7-6EF6B340EF77}"/>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4041329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98BBB2-DD29-4654-994E-32E32890F27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A203AF-9C7E-40E3-84A1-CC1C4BD1AD5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ACCE499-6993-44BC-978C-C8CE287DFB0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BB5B858-1F65-4E47-9054-E05026F12532}"/>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6" name="フッター プレースホルダー 5">
            <a:extLst>
              <a:ext uri="{FF2B5EF4-FFF2-40B4-BE49-F238E27FC236}">
                <a16:creationId xmlns:a16="http://schemas.microsoft.com/office/drawing/2014/main" id="{06AEC04C-355A-4A8B-ADE0-1A2FA1F5249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9DF1FD0-0493-446B-B8A6-A9610D20A200}"/>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2647264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EA1EE1-6FA2-417A-BCF5-C74529E940F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A027E4-6D9D-42BB-99EA-E1D4AEECBF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81165F5-2963-4808-9058-EDC609BCAAD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9AB05CB-B6F5-4B1B-961F-13A9F05F47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8439603-210F-49BB-8B7C-459E3EBB2B7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A3AC517-BA96-4465-8D80-9D2EB5143F82}"/>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8" name="フッター プレースホルダー 7">
            <a:extLst>
              <a:ext uri="{FF2B5EF4-FFF2-40B4-BE49-F238E27FC236}">
                <a16:creationId xmlns:a16="http://schemas.microsoft.com/office/drawing/2014/main" id="{51B2822E-F932-4F39-A3D6-C4DE31F235F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E52D955-EE4C-431D-998C-2E9679BC3770}"/>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2895184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1D28BC-506A-4477-BD26-4DB1A09BB33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741DAF3-A06F-44E6-9EE2-4EDAEF4807C1}"/>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4" name="フッター プレースホルダー 3">
            <a:extLst>
              <a:ext uri="{FF2B5EF4-FFF2-40B4-BE49-F238E27FC236}">
                <a16:creationId xmlns:a16="http://schemas.microsoft.com/office/drawing/2014/main" id="{F3AD4FE8-91A6-4F3F-A3B7-2FC482E018E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C37233F-49BE-4D49-AAD0-F7FA7BFE88CC}"/>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3290481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66E1892-1E19-4DB9-9F88-E3AB76EC6246}"/>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3" name="フッター プレースホルダー 2">
            <a:extLst>
              <a:ext uri="{FF2B5EF4-FFF2-40B4-BE49-F238E27FC236}">
                <a16:creationId xmlns:a16="http://schemas.microsoft.com/office/drawing/2014/main" id="{C34484E7-DA98-4B89-906D-6E4308F5A0B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3C048A3-6468-4691-A6DD-69E1F1EA59E1}"/>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3512236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87EC21-D100-4A7F-81B1-D2B48807437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328C6A-FE51-4D25-AE9B-67C680B128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05766B6-45BB-41BD-8727-339130EE3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DA4C92E-8A22-4A24-A406-B6739A1BB279}"/>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6" name="フッター プレースホルダー 5">
            <a:extLst>
              <a:ext uri="{FF2B5EF4-FFF2-40B4-BE49-F238E27FC236}">
                <a16:creationId xmlns:a16="http://schemas.microsoft.com/office/drawing/2014/main" id="{0AD3BC21-9C80-4EA6-9C9A-F14DEF88A54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CA1A119-BCDC-47F4-89DE-77F25ED81A1F}"/>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80928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6801A7-2356-4939-AF23-86E48EC4BB7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73931D9-97AA-4EE2-8B54-B170D8C770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BDFBFA3-F186-4CDA-861C-07DFA73D5E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B93E5E2-44A1-4A59-9D78-98CDB9E196B1}"/>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6" name="フッター プレースホルダー 5">
            <a:extLst>
              <a:ext uri="{FF2B5EF4-FFF2-40B4-BE49-F238E27FC236}">
                <a16:creationId xmlns:a16="http://schemas.microsoft.com/office/drawing/2014/main" id="{B4168999-DC96-4C1E-8201-D3345112760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7EC3038-1F4A-47E0-AA89-0EA938BC876E}"/>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2254904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4FB603-9A1A-44FE-A530-9E9759E15A1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2E7F4E-8CC7-4584-86D7-8B0B0582291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84D18E3-2678-4840-A5C6-5089C3B3B59A}"/>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F8E5C8D6-8B53-4081-A14E-9F5389A614F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8421E8-8061-40EB-BE4E-82284E63DC3A}"/>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368441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B45485-45EB-4613-9FC0-32BDC72E3C7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F58C94D-E4E7-4C8B-BEA0-3C1624E0E49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D105AAD-43E5-42A1-9EB1-901FC6B470B6}"/>
              </a:ext>
            </a:extLst>
          </p:cNvPr>
          <p:cNvSpPr>
            <a:spLocks noGrp="1"/>
          </p:cNvSpPr>
          <p:nvPr>
            <p:ph type="dt" sz="half" idx="10"/>
          </p:nvPr>
        </p:nvSpPr>
        <p:spPr/>
        <p:txBody>
          <a:bodyPr/>
          <a:lstStyle/>
          <a:p>
            <a:fld id="{507A217A-A4D5-40C6-A880-86A18C175984}"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8DF61434-88B2-41CC-9399-F5F16154274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4E820B-6759-4B68-8C47-4E37820FF03C}"/>
              </a:ext>
            </a:extLst>
          </p:cNvPr>
          <p:cNvSpPr>
            <a:spLocks noGrp="1"/>
          </p:cNvSpPr>
          <p:nvPr>
            <p:ph type="sldNum" sz="quarter" idx="12"/>
          </p:nvPr>
        </p:nvSpPr>
        <p:spPr/>
        <p:txBody>
          <a:body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2311956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68BDFF8-1115-4394-BB4E-3FA73C8385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2D9923-61CE-4040-BD51-79E2D44377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A5034C5-4324-4E18-AABA-161D0B2D45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7A217A-A4D5-40C6-A880-86A18C175984}" type="datetimeFigureOut">
              <a:rPr kumimoji="1" lang="ja-JP" altLang="en-US" smtClean="0"/>
              <a:t>2026/6/4</a:t>
            </a:fld>
            <a:endParaRPr kumimoji="1" lang="ja-JP" altLang="en-US"/>
          </a:p>
        </p:txBody>
      </p:sp>
      <p:sp>
        <p:nvSpPr>
          <p:cNvPr id="5" name="フッター プレースホルダー 4">
            <a:extLst>
              <a:ext uri="{FF2B5EF4-FFF2-40B4-BE49-F238E27FC236}">
                <a16:creationId xmlns:a16="http://schemas.microsoft.com/office/drawing/2014/main" id="{C82BADA7-0392-46C0-BAE0-D361C77AE8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0C42F7C-6AEB-430C-987B-D6FD365F06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9E0612-F886-46AF-85E2-D71A68B9E72D}" type="slidenum">
              <a:rPr kumimoji="1" lang="ja-JP" altLang="en-US" smtClean="0"/>
              <a:t>‹#›</a:t>
            </a:fld>
            <a:endParaRPr kumimoji="1" lang="ja-JP" altLang="en-US"/>
          </a:p>
        </p:txBody>
      </p:sp>
    </p:spTree>
    <p:extLst>
      <p:ext uri="{BB962C8B-B14F-4D97-AF65-F5344CB8AC3E}">
        <p14:creationId xmlns:p14="http://schemas.microsoft.com/office/powerpoint/2010/main" val="1737891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E87C264-930C-4612-A519-F218D2F1120C}"/>
              </a:ext>
            </a:extLst>
          </p:cNvPr>
          <p:cNvSpPr txBox="1"/>
          <p:nvPr/>
        </p:nvSpPr>
        <p:spPr>
          <a:xfrm>
            <a:off x="0" y="0"/>
            <a:ext cx="8058150" cy="769441"/>
          </a:xfrm>
          <a:prstGeom prst="rect">
            <a:avLst/>
          </a:prstGeom>
          <a:noFill/>
        </p:spPr>
        <p:txBody>
          <a:bodyPr wrap="square" rtlCol="0">
            <a:spAutoFit/>
          </a:bodyPr>
          <a:lstStyle/>
          <a:p>
            <a:r>
              <a:rPr kumimoji="1" lang="ja-JP" altLang="en-US" sz="4400" dirty="0"/>
              <a:t>ギミック：色玉</a:t>
            </a:r>
          </a:p>
        </p:txBody>
      </p:sp>
      <p:sp>
        <p:nvSpPr>
          <p:cNvPr id="5" name="テキスト ボックス 4">
            <a:extLst>
              <a:ext uri="{FF2B5EF4-FFF2-40B4-BE49-F238E27FC236}">
                <a16:creationId xmlns:a16="http://schemas.microsoft.com/office/drawing/2014/main" id="{1C6BC0A9-07E6-4CC4-9437-CE18C7EFB205}"/>
              </a:ext>
            </a:extLst>
          </p:cNvPr>
          <p:cNvSpPr txBox="1"/>
          <p:nvPr/>
        </p:nvSpPr>
        <p:spPr>
          <a:xfrm>
            <a:off x="0" y="746484"/>
            <a:ext cx="8802410" cy="584775"/>
          </a:xfrm>
          <a:prstGeom prst="rect">
            <a:avLst/>
          </a:prstGeom>
          <a:noFill/>
        </p:spPr>
        <p:txBody>
          <a:bodyPr wrap="none" rtlCol="0">
            <a:spAutoFit/>
          </a:bodyPr>
          <a:lstStyle/>
          <a:p>
            <a:r>
              <a:rPr lang="ja-JP" altLang="en-US" sz="3200" dirty="0"/>
              <a:t>黄</a:t>
            </a:r>
            <a:r>
              <a:rPr kumimoji="1" lang="ja-JP" altLang="en-US" sz="3200" dirty="0"/>
              <a:t>玉：スタミナが回復し、玉の場所でとどまる</a:t>
            </a:r>
          </a:p>
        </p:txBody>
      </p:sp>
      <p:sp>
        <p:nvSpPr>
          <p:cNvPr id="6" name="テキスト ボックス 5">
            <a:extLst>
              <a:ext uri="{FF2B5EF4-FFF2-40B4-BE49-F238E27FC236}">
                <a16:creationId xmlns:a16="http://schemas.microsoft.com/office/drawing/2014/main" id="{7EB9EF8E-6F90-4A2E-8767-807AED020ADE}"/>
              </a:ext>
            </a:extLst>
          </p:cNvPr>
          <p:cNvSpPr txBox="1"/>
          <p:nvPr/>
        </p:nvSpPr>
        <p:spPr>
          <a:xfrm>
            <a:off x="0" y="1304650"/>
            <a:ext cx="2723823" cy="369332"/>
          </a:xfrm>
          <a:prstGeom prst="rect">
            <a:avLst/>
          </a:prstGeom>
          <a:noFill/>
        </p:spPr>
        <p:txBody>
          <a:bodyPr wrap="none" rtlCol="0">
            <a:spAutoFit/>
          </a:bodyPr>
          <a:lstStyle/>
          <a:p>
            <a:r>
              <a:rPr kumimoji="1" lang="ja-JP" altLang="en-US" dirty="0"/>
              <a:t>この玉が基本の形になる</a:t>
            </a:r>
          </a:p>
        </p:txBody>
      </p:sp>
      <p:pic>
        <p:nvPicPr>
          <p:cNvPr id="7" name="図 6">
            <a:extLst>
              <a:ext uri="{FF2B5EF4-FFF2-40B4-BE49-F238E27FC236}">
                <a16:creationId xmlns:a16="http://schemas.microsoft.com/office/drawing/2014/main" id="{29DAD19E-51A6-4F16-93B7-4C5B7AA404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48" y="2967492"/>
            <a:ext cx="2249226" cy="2022932"/>
          </a:xfrm>
          <a:prstGeom prst="rect">
            <a:avLst/>
          </a:prstGeom>
        </p:spPr>
      </p:pic>
      <p:pic>
        <p:nvPicPr>
          <p:cNvPr id="10" name="図 9">
            <a:extLst>
              <a:ext uri="{FF2B5EF4-FFF2-40B4-BE49-F238E27FC236}">
                <a16:creationId xmlns:a16="http://schemas.microsoft.com/office/drawing/2014/main" id="{BBD05975-C320-47C6-9A53-593054BA2F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4964" y="1346540"/>
            <a:ext cx="2249226" cy="2022932"/>
          </a:xfrm>
          <a:prstGeom prst="rect">
            <a:avLst/>
          </a:prstGeom>
        </p:spPr>
      </p:pic>
      <p:sp>
        <p:nvSpPr>
          <p:cNvPr id="12" name="テキスト ボックス 11">
            <a:extLst>
              <a:ext uri="{FF2B5EF4-FFF2-40B4-BE49-F238E27FC236}">
                <a16:creationId xmlns:a16="http://schemas.microsoft.com/office/drawing/2014/main" id="{B1088A65-F278-4776-BBD8-75DF1CD9C07B}"/>
              </a:ext>
            </a:extLst>
          </p:cNvPr>
          <p:cNvSpPr txBox="1"/>
          <p:nvPr/>
        </p:nvSpPr>
        <p:spPr>
          <a:xfrm>
            <a:off x="4480250" y="4524958"/>
            <a:ext cx="2564338" cy="923330"/>
          </a:xfrm>
          <a:prstGeom prst="rect">
            <a:avLst/>
          </a:prstGeom>
          <a:noFill/>
        </p:spPr>
        <p:txBody>
          <a:bodyPr wrap="square" rtlCol="0">
            <a:spAutoFit/>
          </a:bodyPr>
          <a:lstStyle/>
          <a:p>
            <a:r>
              <a:rPr kumimoji="1" lang="ja-JP" altLang="en-US" dirty="0"/>
              <a:t>黄玉にダッシュすると</a:t>
            </a:r>
            <a:endParaRPr kumimoji="1" lang="en-US" altLang="ja-JP" dirty="0"/>
          </a:p>
          <a:p>
            <a:r>
              <a:rPr lang="ja-JP" altLang="en-US" dirty="0"/>
              <a:t>ダッシュするまで黄玉に場所で止まる</a:t>
            </a:r>
            <a:endParaRPr kumimoji="1" lang="ja-JP" altLang="en-US" dirty="0"/>
          </a:p>
        </p:txBody>
      </p:sp>
      <p:sp>
        <p:nvSpPr>
          <p:cNvPr id="13" name="テキスト ボックス 12">
            <a:extLst>
              <a:ext uri="{FF2B5EF4-FFF2-40B4-BE49-F238E27FC236}">
                <a16:creationId xmlns:a16="http://schemas.microsoft.com/office/drawing/2014/main" id="{827A75BB-8F25-4D99-AC5E-E66F7B24AD7B}"/>
              </a:ext>
            </a:extLst>
          </p:cNvPr>
          <p:cNvSpPr txBox="1"/>
          <p:nvPr/>
        </p:nvSpPr>
        <p:spPr>
          <a:xfrm>
            <a:off x="7138417" y="3313427"/>
            <a:ext cx="2249226" cy="646331"/>
          </a:xfrm>
          <a:prstGeom prst="rect">
            <a:avLst/>
          </a:prstGeom>
          <a:noFill/>
        </p:spPr>
        <p:txBody>
          <a:bodyPr wrap="square" rtlCol="0">
            <a:spAutoFit/>
          </a:bodyPr>
          <a:lstStyle/>
          <a:p>
            <a:r>
              <a:rPr kumimoji="1" lang="ja-JP" altLang="en-US" dirty="0"/>
              <a:t>ダッシュした後も残り続ける</a:t>
            </a:r>
          </a:p>
        </p:txBody>
      </p:sp>
      <p:pic>
        <p:nvPicPr>
          <p:cNvPr id="15" name="図 14">
            <a:extLst>
              <a:ext uri="{FF2B5EF4-FFF2-40B4-BE49-F238E27FC236}">
                <a16:creationId xmlns:a16="http://schemas.microsoft.com/office/drawing/2014/main" id="{A1465065-8286-42A3-BFC6-0DC810101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6317" y="2383938"/>
            <a:ext cx="733425" cy="735341"/>
          </a:xfrm>
          <a:prstGeom prst="rect">
            <a:avLst/>
          </a:prstGeom>
        </p:spPr>
      </p:pic>
      <p:pic>
        <p:nvPicPr>
          <p:cNvPr id="16" name="図 15">
            <a:extLst>
              <a:ext uri="{FF2B5EF4-FFF2-40B4-BE49-F238E27FC236}">
                <a16:creationId xmlns:a16="http://schemas.microsoft.com/office/drawing/2014/main" id="{A1EC165B-8305-4297-B881-F90F528B18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9096" y="3001801"/>
            <a:ext cx="733425" cy="735341"/>
          </a:xfrm>
          <a:prstGeom prst="rect">
            <a:avLst/>
          </a:prstGeom>
        </p:spPr>
      </p:pic>
      <p:pic>
        <p:nvPicPr>
          <p:cNvPr id="9" name="図 8">
            <a:extLst>
              <a:ext uri="{FF2B5EF4-FFF2-40B4-BE49-F238E27FC236}">
                <a16:creationId xmlns:a16="http://schemas.microsoft.com/office/drawing/2014/main" id="{CC03460A-7960-40C6-9676-A044844489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2580" y="2075440"/>
            <a:ext cx="3122304" cy="3122304"/>
          </a:xfrm>
          <a:prstGeom prst="rect">
            <a:avLst/>
          </a:prstGeom>
        </p:spPr>
      </p:pic>
      <p:pic>
        <p:nvPicPr>
          <p:cNvPr id="18" name="図 17">
            <a:extLst>
              <a:ext uri="{FF2B5EF4-FFF2-40B4-BE49-F238E27FC236}">
                <a16:creationId xmlns:a16="http://schemas.microsoft.com/office/drawing/2014/main" id="{725B7B57-37E8-4A09-B8CC-7DD863C56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7645" y="3061329"/>
            <a:ext cx="733424" cy="735341"/>
          </a:xfrm>
          <a:prstGeom prst="rect">
            <a:avLst/>
          </a:prstGeom>
        </p:spPr>
      </p:pic>
      <p:pic>
        <p:nvPicPr>
          <p:cNvPr id="19" name="図 18">
            <a:extLst>
              <a:ext uri="{FF2B5EF4-FFF2-40B4-BE49-F238E27FC236}">
                <a16:creationId xmlns:a16="http://schemas.microsoft.com/office/drawing/2014/main" id="{25340FF1-85C9-42E0-BCF1-D543AE0852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6316" y="5743845"/>
            <a:ext cx="733425" cy="735341"/>
          </a:xfrm>
          <a:prstGeom prst="rect">
            <a:avLst/>
          </a:prstGeom>
        </p:spPr>
      </p:pic>
      <p:sp>
        <p:nvSpPr>
          <p:cNvPr id="21" name="楕円 20">
            <a:extLst>
              <a:ext uri="{FF2B5EF4-FFF2-40B4-BE49-F238E27FC236}">
                <a16:creationId xmlns:a16="http://schemas.microsoft.com/office/drawing/2014/main" id="{1423C97B-3BF2-417E-9163-A580A90E72A4}"/>
              </a:ext>
            </a:extLst>
          </p:cNvPr>
          <p:cNvSpPr/>
          <p:nvPr/>
        </p:nvSpPr>
        <p:spPr>
          <a:xfrm>
            <a:off x="8981765" y="6019440"/>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35D66EE3-8E81-4ACC-904B-E532DA3BC1A6}"/>
              </a:ext>
            </a:extLst>
          </p:cNvPr>
          <p:cNvSpPr/>
          <p:nvPr/>
        </p:nvSpPr>
        <p:spPr>
          <a:xfrm>
            <a:off x="9826315" y="5927365"/>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B3B4F068-6BF8-433C-8E68-8393A4E88148}"/>
              </a:ext>
            </a:extLst>
          </p:cNvPr>
          <p:cNvSpPr/>
          <p:nvPr/>
        </p:nvSpPr>
        <p:spPr>
          <a:xfrm>
            <a:off x="10531165" y="5651770"/>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551F616F-BF5A-440A-8E55-3E74636CFB50}"/>
              </a:ext>
            </a:extLst>
          </p:cNvPr>
          <p:cNvSpPr/>
          <p:nvPr/>
        </p:nvSpPr>
        <p:spPr>
          <a:xfrm>
            <a:off x="11070915" y="5105669"/>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A5710021-9F7C-45C3-897D-C91C7198BDA8}"/>
              </a:ext>
            </a:extLst>
          </p:cNvPr>
          <p:cNvSpPr/>
          <p:nvPr/>
        </p:nvSpPr>
        <p:spPr>
          <a:xfrm>
            <a:off x="11274114" y="4372193"/>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EF41DC36-A2CE-4B41-9BA1-31216977B6EE}"/>
              </a:ext>
            </a:extLst>
          </p:cNvPr>
          <p:cNvSpPr txBox="1"/>
          <p:nvPr/>
        </p:nvSpPr>
        <p:spPr>
          <a:xfrm>
            <a:off x="9391833" y="6211669"/>
            <a:ext cx="2842642" cy="646331"/>
          </a:xfrm>
          <a:prstGeom prst="rect">
            <a:avLst/>
          </a:prstGeom>
          <a:noFill/>
        </p:spPr>
        <p:txBody>
          <a:bodyPr wrap="square" rtlCol="0">
            <a:spAutoFit/>
          </a:bodyPr>
          <a:lstStyle/>
          <a:p>
            <a:r>
              <a:rPr kumimoji="1" lang="ja-JP" altLang="en-US" dirty="0"/>
              <a:t>プレイヤーがダッシュで止まると動くものもある</a:t>
            </a:r>
          </a:p>
        </p:txBody>
      </p:sp>
    </p:spTree>
    <p:extLst>
      <p:ext uri="{BB962C8B-B14F-4D97-AF65-F5344CB8AC3E}">
        <p14:creationId xmlns:p14="http://schemas.microsoft.com/office/powerpoint/2010/main" val="2320202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E87C264-930C-4612-A519-F218D2F1120C}"/>
              </a:ext>
            </a:extLst>
          </p:cNvPr>
          <p:cNvSpPr txBox="1"/>
          <p:nvPr/>
        </p:nvSpPr>
        <p:spPr>
          <a:xfrm>
            <a:off x="0" y="0"/>
            <a:ext cx="8058150" cy="769441"/>
          </a:xfrm>
          <a:prstGeom prst="rect">
            <a:avLst/>
          </a:prstGeom>
          <a:noFill/>
        </p:spPr>
        <p:txBody>
          <a:bodyPr wrap="square" rtlCol="0">
            <a:spAutoFit/>
          </a:bodyPr>
          <a:lstStyle/>
          <a:p>
            <a:r>
              <a:rPr kumimoji="1" lang="ja-JP" altLang="en-US" sz="4400" dirty="0"/>
              <a:t>ギミック：色玉</a:t>
            </a:r>
          </a:p>
        </p:txBody>
      </p:sp>
      <p:sp>
        <p:nvSpPr>
          <p:cNvPr id="5" name="テキスト ボックス 4">
            <a:extLst>
              <a:ext uri="{FF2B5EF4-FFF2-40B4-BE49-F238E27FC236}">
                <a16:creationId xmlns:a16="http://schemas.microsoft.com/office/drawing/2014/main" id="{1C6BC0A9-07E6-4CC4-9437-CE18C7EFB205}"/>
              </a:ext>
            </a:extLst>
          </p:cNvPr>
          <p:cNvSpPr txBox="1"/>
          <p:nvPr/>
        </p:nvSpPr>
        <p:spPr>
          <a:xfrm>
            <a:off x="0" y="746484"/>
            <a:ext cx="7160935" cy="584775"/>
          </a:xfrm>
          <a:prstGeom prst="rect">
            <a:avLst/>
          </a:prstGeom>
          <a:noFill/>
        </p:spPr>
        <p:txBody>
          <a:bodyPr wrap="none" rtlCol="0">
            <a:spAutoFit/>
          </a:bodyPr>
          <a:lstStyle/>
          <a:p>
            <a:r>
              <a:rPr kumimoji="1" lang="ja-JP" altLang="en-US" sz="3200" dirty="0"/>
              <a:t>灰玉：黄玉の常に動いてるバージョン</a:t>
            </a:r>
          </a:p>
        </p:txBody>
      </p:sp>
      <p:pic>
        <p:nvPicPr>
          <p:cNvPr id="11" name="図 10">
            <a:extLst>
              <a:ext uri="{FF2B5EF4-FFF2-40B4-BE49-F238E27FC236}">
                <a16:creationId xmlns:a16="http://schemas.microsoft.com/office/drawing/2014/main" id="{B71F3122-8FC1-490C-BDDC-FEF0A51287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 y="2077743"/>
            <a:ext cx="839772" cy="858012"/>
          </a:xfrm>
          <a:prstGeom prst="rect">
            <a:avLst/>
          </a:prstGeom>
        </p:spPr>
      </p:pic>
      <p:sp>
        <p:nvSpPr>
          <p:cNvPr id="30" name="楕円 29">
            <a:extLst>
              <a:ext uri="{FF2B5EF4-FFF2-40B4-BE49-F238E27FC236}">
                <a16:creationId xmlns:a16="http://schemas.microsoft.com/office/drawing/2014/main" id="{C5F6CB56-8868-497F-93F1-711F8841B794}"/>
              </a:ext>
            </a:extLst>
          </p:cNvPr>
          <p:cNvSpPr/>
          <p:nvPr/>
        </p:nvSpPr>
        <p:spPr>
          <a:xfrm>
            <a:off x="1273503" y="2414674"/>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F2A21A83-9BAF-4C31-A220-AEA537AD065E}"/>
              </a:ext>
            </a:extLst>
          </p:cNvPr>
          <p:cNvSpPr/>
          <p:nvPr/>
        </p:nvSpPr>
        <p:spPr>
          <a:xfrm>
            <a:off x="2330157" y="2414674"/>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10A59AC7-A8CA-470D-9DF1-F5D3592433E1}"/>
              </a:ext>
            </a:extLst>
          </p:cNvPr>
          <p:cNvSpPr/>
          <p:nvPr/>
        </p:nvSpPr>
        <p:spPr>
          <a:xfrm>
            <a:off x="3386811" y="2414674"/>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4207C3E3-7BDC-4DC9-BB2E-DC2F4B70BD63}"/>
              </a:ext>
            </a:extLst>
          </p:cNvPr>
          <p:cNvSpPr/>
          <p:nvPr/>
        </p:nvSpPr>
        <p:spPr>
          <a:xfrm>
            <a:off x="4443465" y="2414674"/>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9E611DD0-4090-438D-A6B4-3C405EE8DE91}"/>
              </a:ext>
            </a:extLst>
          </p:cNvPr>
          <p:cNvSpPr/>
          <p:nvPr/>
        </p:nvSpPr>
        <p:spPr>
          <a:xfrm>
            <a:off x="5500119" y="2414674"/>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5" name="図 34">
            <a:extLst>
              <a:ext uri="{FF2B5EF4-FFF2-40B4-BE49-F238E27FC236}">
                <a16:creationId xmlns:a16="http://schemas.microsoft.com/office/drawing/2014/main" id="{C1D2C8B1-33DF-4592-84FD-CC093A60B2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8524" y="3682239"/>
            <a:ext cx="839772" cy="858012"/>
          </a:xfrm>
          <a:prstGeom prst="rect">
            <a:avLst/>
          </a:prstGeom>
        </p:spPr>
      </p:pic>
      <p:pic>
        <p:nvPicPr>
          <p:cNvPr id="36" name="図 35">
            <a:extLst>
              <a:ext uri="{FF2B5EF4-FFF2-40B4-BE49-F238E27FC236}">
                <a16:creationId xmlns:a16="http://schemas.microsoft.com/office/drawing/2014/main" id="{E46857FF-295D-4CE4-A08E-BB376271D8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1163" y="5372618"/>
            <a:ext cx="839772" cy="858012"/>
          </a:xfrm>
          <a:prstGeom prst="rect">
            <a:avLst/>
          </a:prstGeom>
        </p:spPr>
      </p:pic>
      <p:sp>
        <p:nvSpPr>
          <p:cNvPr id="37" name="楕円 36">
            <a:extLst>
              <a:ext uri="{FF2B5EF4-FFF2-40B4-BE49-F238E27FC236}">
                <a16:creationId xmlns:a16="http://schemas.microsoft.com/office/drawing/2014/main" id="{EA7C57FE-9538-4C5B-819C-497EDE8CFC8B}"/>
              </a:ext>
            </a:extLst>
          </p:cNvPr>
          <p:cNvSpPr/>
          <p:nvPr/>
        </p:nvSpPr>
        <p:spPr>
          <a:xfrm>
            <a:off x="1273503" y="4019170"/>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B6B7D632-B1C2-470B-8DE8-E0F23791A4D5}"/>
              </a:ext>
            </a:extLst>
          </p:cNvPr>
          <p:cNvSpPr/>
          <p:nvPr/>
        </p:nvSpPr>
        <p:spPr>
          <a:xfrm>
            <a:off x="2330157" y="4019170"/>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楕円 38">
            <a:extLst>
              <a:ext uri="{FF2B5EF4-FFF2-40B4-BE49-F238E27FC236}">
                <a16:creationId xmlns:a16="http://schemas.microsoft.com/office/drawing/2014/main" id="{413E6A76-4809-4059-9692-C2590F04D204}"/>
              </a:ext>
            </a:extLst>
          </p:cNvPr>
          <p:cNvSpPr/>
          <p:nvPr/>
        </p:nvSpPr>
        <p:spPr>
          <a:xfrm>
            <a:off x="4443465" y="4019170"/>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F7666C0C-649B-4AF4-A584-9FF513FFA667}"/>
              </a:ext>
            </a:extLst>
          </p:cNvPr>
          <p:cNvSpPr/>
          <p:nvPr/>
        </p:nvSpPr>
        <p:spPr>
          <a:xfrm>
            <a:off x="5500118" y="4019170"/>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楕円 40">
            <a:extLst>
              <a:ext uri="{FF2B5EF4-FFF2-40B4-BE49-F238E27FC236}">
                <a16:creationId xmlns:a16="http://schemas.microsoft.com/office/drawing/2014/main" id="{2EF8AF32-07D1-49EE-B4A3-4C35D5BABDAE}"/>
              </a:ext>
            </a:extLst>
          </p:cNvPr>
          <p:cNvSpPr/>
          <p:nvPr/>
        </p:nvSpPr>
        <p:spPr>
          <a:xfrm>
            <a:off x="1273502" y="5709549"/>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楕円 41">
            <a:extLst>
              <a:ext uri="{FF2B5EF4-FFF2-40B4-BE49-F238E27FC236}">
                <a16:creationId xmlns:a16="http://schemas.microsoft.com/office/drawing/2014/main" id="{26894802-8843-4AFA-A424-A7AD69FB6230}"/>
              </a:ext>
            </a:extLst>
          </p:cNvPr>
          <p:cNvSpPr/>
          <p:nvPr/>
        </p:nvSpPr>
        <p:spPr>
          <a:xfrm>
            <a:off x="2330156" y="5709549"/>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楕円 42">
            <a:extLst>
              <a:ext uri="{FF2B5EF4-FFF2-40B4-BE49-F238E27FC236}">
                <a16:creationId xmlns:a16="http://schemas.microsoft.com/office/drawing/2014/main" id="{EED334EC-6E8C-4BF6-84BF-4E4CEDCADEAE}"/>
              </a:ext>
            </a:extLst>
          </p:cNvPr>
          <p:cNvSpPr/>
          <p:nvPr/>
        </p:nvSpPr>
        <p:spPr>
          <a:xfrm>
            <a:off x="3386810" y="5709549"/>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B3DD4FFE-0235-4122-8970-E72247F2F4A8}"/>
              </a:ext>
            </a:extLst>
          </p:cNvPr>
          <p:cNvSpPr/>
          <p:nvPr/>
        </p:nvSpPr>
        <p:spPr>
          <a:xfrm>
            <a:off x="4443464" y="5709549"/>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楕円 44">
            <a:extLst>
              <a:ext uri="{FF2B5EF4-FFF2-40B4-BE49-F238E27FC236}">
                <a16:creationId xmlns:a16="http://schemas.microsoft.com/office/drawing/2014/main" id="{621CA585-E123-4090-9742-FE4EE845CBA4}"/>
              </a:ext>
            </a:extLst>
          </p:cNvPr>
          <p:cNvSpPr/>
          <p:nvPr/>
        </p:nvSpPr>
        <p:spPr>
          <a:xfrm>
            <a:off x="5500118" y="5709549"/>
            <a:ext cx="203199" cy="184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矢印: 下 45">
            <a:extLst>
              <a:ext uri="{FF2B5EF4-FFF2-40B4-BE49-F238E27FC236}">
                <a16:creationId xmlns:a16="http://schemas.microsoft.com/office/drawing/2014/main" id="{480F6430-5ED1-4625-8B6C-7D282BA63574}"/>
              </a:ext>
            </a:extLst>
          </p:cNvPr>
          <p:cNvSpPr/>
          <p:nvPr/>
        </p:nvSpPr>
        <p:spPr>
          <a:xfrm>
            <a:off x="2990671" y="2929138"/>
            <a:ext cx="995476" cy="4932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矢印: 下 46">
            <a:extLst>
              <a:ext uri="{FF2B5EF4-FFF2-40B4-BE49-F238E27FC236}">
                <a16:creationId xmlns:a16="http://schemas.microsoft.com/office/drawing/2014/main" id="{837F08A1-AA21-4126-B0FC-A5F6167B1E4A}"/>
              </a:ext>
            </a:extLst>
          </p:cNvPr>
          <p:cNvSpPr/>
          <p:nvPr/>
        </p:nvSpPr>
        <p:spPr>
          <a:xfrm>
            <a:off x="2990671" y="4879373"/>
            <a:ext cx="995476" cy="4932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93728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F8D949-2859-4AE4-8B80-E1ED1DC80BAA}"/>
              </a:ext>
            </a:extLst>
          </p:cNvPr>
          <p:cNvSpPr txBox="1"/>
          <p:nvPr/>
        </p:nvSpPr>
        <p:spPr>
          <a:xfrm>
            <a:off x="0" y="0"/>
            <a:ext cx="8058150" cy="769441"/>
          </a:xfrm>
          <a:prstGeom prst="rect">
            <a:avLst/>
          </a:prstGeom>
          <a:noFill/>
        </p:spPr>
        <p:txBody>
          <a:bodyPr wrap="square" rtlCol="0">
            <a:spAutoFit/>
          </a:bodyPr>
          <a:lstStyle/>
          <a:p>
            <a:r>
              <a:rPr kumimoji="1" lang="ja-JP" altLang="en-US" sz="4400" dirty="0"/>
              <a:t>ギミック：色玉</a:t>
            </a:r>
          </a:p>
        </p:txBody>
      </p:sp>
      <p:sp>
        <p:nvSpPr>
          <p:cNvPr id="5" name="テキスト ボックス 4">
            <a:extLst>
              <a:ext uri="{FF2B5EF4-FFF2-40B4-BE49-F238E27FC236}">
                <a16:creationId xmlns:a16="http://schemas.microsoft.com/office/drawing/2014/main" id="{DC92C62D-7EC9-41AF-B90D-6A810DA5AA5D}"/>
              </a:ext>
            </a:extLst>
          </p:cNvPr>
          <p:cNvSpPr txBox="1"/>
          <p:nvPr/>
        </p:nvSpPr>
        <p:spPr>
          <a:xfrm>
            <a:off x="0" y="746484"/>
            <a:ext cx="12020550" cy="1077218"/>
          </a:xfrm>
          <a:prstGeom prst="rect">
            <a:avLst/>
          </a:prstGeom>
          <a:noFill/>
        </p:spPr>
        <p:txBody>
          <a:bodyPr wrap="square" rtlCol="0">
            <a:spAutoFit/>
          </a:bodyPr>
          <a:lstStyle/>
          <a:p>
            <a:r>
              <a:rPr lang="ja-JP" altLang="en-US" sz="3200" dirty="0"/>
              <a:t>緑</a:t>
            </a:r>
            <a:r>
              <a:rPr kumimoji="1" lang="ja-JP" altLang="en-US" sz="3200" dirty="0"/>
              <a:t>玉：ダッシュするとゴムのように少し前に出てしばらくたつともとに戻る</a:t>
            </a:r>
          </a:p>
        </p:txBody>
      </p:sp>
      <p:pic>
        <p:nvPicPr>
          <p:cNvPr id="7" name="図 6">
            <a:extLst>
              <a:ext uri="{FF2B5EF4-FFF2-40B4-BE49-F238E27FC236}">
                <a16:creationId xmlns:a16="http://schemas.microsoft.com/office/drawing/2014/main" id="{5282C280-7B4A-4ECE-B2CA-8D76C6CA54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9226" y="2871188"/>
            <a:ext cx="934212" cy="915162"/>
          </a:xfrm>
          <a:prstGeom prst="rect">
            <a:avLst/>
          </a:prstGeom>
        </p:spPr>
      </p:pic>
      <p:pic>
        <p:nvPicPr>
          <p:cNvPr id="8" name="図 7">
            <a:extLst>
              <a:ext uri="{FF2B5EF4-FFF2-40B4-BE49-F238E27FC236}">
                <a16:creationId xmlns:a16="http://schemas.microsoft.com/office/drawing/2014/main" id="{E69CB5F3-8527-4EA1-A2E3-5CAB61A3DA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71188"/>
            <a:ext cx="2249226" cy="2022932"/>
          </a:xfrm>
          <a:prstGeom prst="rect">
            <a:avLst/>
          </a:prstGeom>
        </p:spPr>
      </p:pic>
      <p:sp>
        <p:nvSpPr>
          <p:cNvPr id="9" name="楕円 8">
            <a:extLst>
              <a:ext uri="{FF2B5EF4-FFF2-40B4-BE49-F238E27FC236}">
                <a16:creationId xmlns:a16="http://schemas.microsoft.com/office/drawing/2014/main" id="{1CBCA55E-74F4-41D1-B1B4-7583C1DC0045}"/>
              </a:ext>
            </a:extLst>
          </p:cNvPr>
          <p:cNvSpPr/>
          <p:nvPr/>
        </p:nvSpPr>
        <p:spPr>
          <a:xfrm>
            <a:off x="4398458" y="3352800"/>
            <a:ext cx="152400" cy="1749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7094E92C-33FB-4765-8D0C-AB0B6B875FCD}"/>
              </a:ext>
            </a:extLst>
          </p:cNvPr>
          <p:cNvSpPr/>
          <p:nvPr/>
        </p:nvSpPr>
        <p:spPr>
          <a:xfrm>
            <a:off x="4973029" y="3352800"/>
            <a:ext cx="152400" cy="1749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楕円 10">
            <a:extLst>
              <a:ext uri="{FF2B5EF4-FFF2-40B4-BE49-F238E27FC236}">
                <a16:creationId xmlns:a16="http://schemas.microsoft.com/office/drawing/2014/main" id="{228737B4-974A-45CA-9D22-437A27C2F91A}"/>
              </a:ext>
            </a:extLst>
          </p:cNvPr>
          <p:cNvSpPr/>
          <p:nvPr/>
        </p:nvSpPr>
        <p:spPr>
          <a:xfrm>
            <a:off x="5547600" y="3352800"/>
            <a:ext cx="152400" cy="1749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楕円 11">
            <a:extLst>
              <a:ext uri="{FF2B5EF4-FFF2-40B4-BE49-F238E27FC236}">
                <a16:creationId xmlns:a16="http://schemas.microsoft.com/office/drawing/2014/main" id="{7659BA62-F082-4882-8B22-9616B00EA4A9}"/>
              </a:ext>
            </a:extLst>
          </p:cNvPr>
          <p:cNvSpPr/>
          <p:nvPr/>
        </p:nvSpPr>
        <p:spPr>
          <a:xfrm>
            <a:off x="6117846" y="3352800"/>
            <a:ext cx="152400" cy="1749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4" name="図 13">
            <a:extLst>
              <a:ext uri="{FF2B5EF4-FFF2-40B4-BE49-F238E27FC236}">
                <a16:creationId xmlns:a16="http://schemas.microsoft.com/office/drawing/2014/main" id="{7097B832-FA2B-4AE7-A761-4F08964463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8244" y="2971419"/>
            <a:ext cx="934212" cy="915162"/>
          </a:xfrm>
          <a:prstGeom prst="rect">
            <a:avLst/>
          </a:prstGeom>
        </p:spPr>
      </p:pic>
      <p:pic>
        <p:nvPicPr>
          <p:cNvPr id="16" name="図 15">
            <a:extLst>
              <a:ext uri="{FF2B5EF4-FFF2-40B4-BE49-F238E27FC236}">
                <a16:creationId xmlns:a16="http://schemas.microsoft.com/office/drawing/2014/main" id="{D3ABAD15-FC7C-4A8D-AEC6-84D21463A3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56343" y="2054449"/>
            <a:ext cx="3463801" cy="3463801"/>
          </a:xfrm>
          <a:prstGeom prst="rect">
            <a:avLst/>
          </a:prstGeom>
        </p:spPr>
      </p:pic>
      <p:sp>
        <p:nvSpPr>
          <p:cNvPr id="19" name="楕円 18">
            <a:extLst>
              <a:ext uri="{FF2B5EF4-FFF2-40B4-BE49-F238E27FC236}">
                <a16:creationId xmlns:a16="http://schemas.microsoft.com/office/drawing/2014/main" id="{71127B35-07DF-4364-8E52-C39E72078975}"/>
              </a:ext>
            </a:extLst>
          </p:cNvPr>
          <p:cNvSpPr/>
          <p:nvPr/>
        </p:nvSpPr>
        <p:spPr>
          <a:xfrm>
            <a:off x="3913550" y="2982717"/>
            <a:ext cx="901136" cy="915162"/>
          </a:xfrm>
          <a:prstGeom prst="ellipse">
            <a:avLst/>
          </a:prstGeom>
          <a:solidFill>
            <a:schemeClr val="accent6">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5AE11E68-8DFF-4D19-83C5-91C48AC11A90}"/>
              </a:ext>
            </a:extLst>
          </p:cNvPr>
          <p:cNvSpPr txBox="1"/>
          <p:nvPr/>
        </p:nvSpPr>
        <p:spPr>
          <a:xfrm>
            <a:off x="4152033" y="2569074"/>
            <a:ext cx="1933688" cy="369332"/>
          </a:xfrm>
          <a:prstGeom prst="rect">
            <a:avLst/>
          </a:prstGeom>
          <a:noFill/>
        </p:spPr>
        <p:txBody>
          <a:bodyPr wrap="square" rtlCol="0">
            <a:spAutoFit/>
          </a:bodyPr>
          <a:lstStyle/>
          <a:p>
            <a:r>
              <a:rPr kumimoji="1" lang="ja-JP" altLang="en-US" dirty="0"/>
              <a:t>↓元あった場所</a:t>
            </a:r>
            <a:endParaRPr kumimoji="1" lang="en-US" altLang="ja-JP" dirty="0"/>
          </a:p>
        </p:txBody>
      </p:sp>
      <p:pic>
        <p:nvPicPr>
          <p:cNvPr id="22" name="図 21">
            <a:extLst>
              <a:ext uri="{FF2B5EF4-FFF2-40B4-BE49-F238E27FC236}">
                <a16:creationId xmlns:a16="http://schemas.microsoft.com/office/drawing/2014/main" id="{C350F621-7035-42A0-9967-573492D29C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2007" y="2982718"/>
            <a:ext cx="934212" cy="915162"/>
          </a:xfrm>
          <a:prstGeom prst="rect">
            <a:avLst/>
          </a:prstGeom>
        </p:spPr>
      </p:pic>
      <p:pic>
        <p:nvPicPr>
          <p:cNvPr id="21" name="図 20">
            <a:extLst>
              <a:ext uri="{FF2B5EF4-FFF2-40B4-BE49-F238E27FC236}">
                <a16:creationId xmlns:a16="http://schemas.microsoft.com/office/drawing/2014/main" id="{E22EDA30-D7AB-4A3B-9191-E4BE34F160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9551" y="2054449"/>
            <a:ext cx="3463801" cy="3463801"/>
          </a:xfrm>
          <a:prstGeom prst="rect">
            <a:avLst/>
          </a:prstGeom>
        </p:spPr>
      </p:pic>
    </p:spTree>
    <p:extLst>
      <p:ext uri="{BB962C8B-B14F-4D97-AF65-F5344CB8AC3E}">
        <p14:creationId xmlns:p14="http://schemas.microsoft.com/office/powerpoint/2010/main" val="621087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EF63240-3663-4130-9CE1-908388D4C1CA}"/>
              </a:ext>
            </a:extLst>
          </p:cNvPr>
          <p:cNvSpPr txBox="1"/>
          <p:nvPr/>
        </p:nvSpPr>
        <p:spPr>
          <a:xfrm>
            <a:off x="0" y="0"/>
            <a:ext cx="8058150" cy="769441"/>
          </a:xfrm>
          <a:prstGeom prst="rect">
            <a:avLst/>
          </a:prstGeom>
          <a:noFill/>
        </p:spPr>
        <p:txBody>
          <a:bodyPr wrap="square" rtlCol="0">
            <a:spAutoFit/>
          </a:bodyPr>
          <a:lstStyle/>
          <a:p>
            <a:r>
              <a:rPr kumimoji="1" lang="ja-JP" altLang="en-US" sz="4400" dirty="0"/>
              <a:t>ギミック：色玉</a:t>
            </a:r>
          </a:p>
        </p:txBody>
      </p:sp>
      <p:sp>
        <p:nvSpPr>
          <p:cNvPr id="6" name="テキスト ボックス 5">
            <a:extLst>
              <a:ext uri="{FF2B5EF4-FFF2-40B4-BE49-F238E27FC236}">
                <a16:creationId xmlns:a16="http://schemas.microsoft.com/office/drawing/2014/main" id="{F17ECB5D-02B4-41EA-9642-5792D47FBCEE}"/>
              </a:ext>
            </a:extLst>
          </p:cNvPr>
          <p:cNvSpPr txBox="1"/>
          <p:nvPr/>
        </p:nvSpPr>
        <p:spPr>
          <a:xfrm>
            <a:off x="0" y="746484"/>
            <a:ext cx="4288353" cy="584775"/>
          </a:xfrm>
          <a:prstGeom prst="rect">
            <a:avLst/>
          </a:prstGeom>
          <a:noFill/>
        </p:spPr>
        <p:txBody>
          <a:bodyPr wrap="none" rtlCol="0">
            <a:spAutoFit/>
          </a:bodyPr>
          <a:lstStyle/>
          <a:p>
            <a:r>
              <a:rPr kumimoji="1" lang="ja-JP" altLang="en-US" sz="3200" dirty="0"/>
              <a:t>青玉：スタミナが回復</a:t>
            </a:r>
          </a:p>
        </p:txBody>
      </p:sp>
      <p:pic>
        <p:nvPicPr>
          <p:cNvPr id="8" name="図 7">
            <a:extLst>
              <a:ext uri="{FF2B5EF4-FFF2-40B4-BE49-F238E27FC236}">
                <a16:creationId xmlns:a16="http://schemas.microsoft.com/office/drawing/2014/main" id="{69F8786D-BA83-4B21-B783-1C67E7E02E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48" y="2967492"/>
            <a:ext cx="2249226" cy="2022932"/>
          </a:xfrm>
          <a:prstGeom prst="rect">
            <a:avLst/>
          </a:prstGeom>
        </p:spPr>
      </p:pic>
      <p:pic>
        <p:nvPicPr>
          <p:cNvPr id="10" name="図 9">
            <a:extLst>
              <a:ext uri="{FF2B5EF4-FFF2-40B4-BE49-F238E27FC236}">
                <a16:creationId xmlns:a16="http://schemas.microsoft.com/office/drawing/2014/main" id="{2F26596D-04B4-4C73-9AF5-7D3CA76533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6906" y="2945757"/>
            <a:ext cx="733425" cy="735341"/>
          </a:xfrm>
          <a:prstGeom prst="rect">
            <a:avLst/>
          </a:prstGeom>
        </p:spPr>
      </p:pic>
      <p:pic>
        <p:nvPicPr>
          <p:cNvPr id="12" name="図 11">
            <a:extLst>
              <a:ext uri="{FF2B5EF4-FFF2-40B4-BE49-F238E27FC236}">
                <a16:creationId xmlns:a16="http://schemas.microsoft.com/office/drawing/2014/main" id="{2D295337-2D2D-4335-BF7E-4C7A8C4C81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1267" y="2075543"/>
            <a:ext cx="3122304" cy="3122304"/>
          </a:xfrm>
          <a:prstGeom prst="rect">
            <a:avLst/>
          </a:prstGeom>
        </p:spPr>
      </p:pic>
      <p:sp>
        <p:nvSpPr>
          <p:cNvPr id="13" name="テキスト ボックス 12">
            <a:extLst>
              <a:ext uri="{FF2B5EF4-FFF2-40B4-BE49-F238E27FC236}">
                <a16:creationId xmlns:a16="http://schemas.microsoft.com/office/drawing/2014/main" id="{0641787B-68D0-41D4-86A1-F5029C95F234}"/>
              </a:ext>
            </a:extLst>
          </p:cNvPr>
          <p:cNvSpPr txBox="1"/>
          <p:nvPr/>
        </p:nvSpPr>
        <p:spPr>
          <a:xfrm>
            <a:off x="4480250" y="4524958"/>
            <a:ext cx="2564338" cy="923330"/>
          </a:xfrm>
          <a:prstGeom prst="rect">
            <a:avLst/>
          </a:prstGeom>
          <a:noFill/>
        </p:spPr>
        <p:txBody>
          <a:bodyPr wrap="square" rtlCol="0">
            <a:spAutoFit/>
          </a:bodyPr>
          <a:lstStyle/>
          <a:p>
            <a:r>
              <a:rPr kumimoji="1" lang="ja-JP" altLang="en-US" dirty="0"/>
              <a:t>青玉を獲得するとその場でもう一度ダッシュすることができる</a:t>
            </a:r>
          </a:p>
        </p:txBody>
      </p:sp>
      <p:sp>
        <p:nvSpPr>
          <p:cNvPr id="14" name="テキスト ボックス 13">
            <a:extLst>
              <a:ext uri="{FF2B5EF4-FFF2-40B4-BE49-F238E27FC236}">
                <a16:creationId xmlns:a16="http://schemas.microsoft.com/office/drawing/2014/main" id="{4052889D-3DD0-492E-889F-C39AEFC72759}"/>
              </a:ext>
            </a:extLst>
          </p:cNvPr>
          <p:cNvSpPr txBox="1"/>
          <p:nvPr/>
        </p:nvSpPr>
        <p:spPr>
          <a:xfrm>
            <a:off x="0" y="1331259"/>
            <a:ext cx="4339650" cy="369332"/>
          </a:xfrm>
          <a:prstGeom prst="rect">
            <a:avLst/>
          </a:prstGeom>
          <a:noFill/>
        </p:spPr>
        <p:txBody>
          <a:bodyPr wrap="none" rtlCol="0">
            <a:spAutoFit/>
          </a:bodyPr>
          <a:lstStyle/>
          <a:p>
            <a:r>
              <a:rPr kumimoji="1" lang="ja-JP" altLang="en-US" dirty="0"/>
              <a:t>青玉のみダッシュしなくても獲得できる</a:t>
            </a:r>
          </a:p>
        </p:txBody>
      </p:sp>
      <p:pic>
        <p:nvPicPr>
          <p:cNvPr id="15" name="図 14">
            <a:extLst>
              <a:ext uri="{FF2B5EF4-FFF2-40B4-BE49-F238E27FC236}">
                <a16:creationId xmlns:a16="http://schemas.microsoft.com/office/drawing/2014/main" id="{38EEA9FB-FAB2-496D-8333-E35BFE5212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4964" y="1346540"/>
            <a:ext cx="2249226" cy="2022932"/>
          </a:xfrm>
          <a:prstGeom prst="rect">
            <a:avLst/>
          </a:prstGeom>
        </p:spPr>
      </p:pic>
      <p:pic>
        <p:nvPicPr>
          <p:cNvPr id="16" name="図 15">
            <a:extLst>
              <a:ext uri="{FF2B5EF4-FFF2-40B4-BE49-F238E27FC236}">
                <a16:creationId xmlns:a16="http://schemas.microsoft.com/office/drawing/2014/main" id="{94443492-3321-41B9-9296-DEB076CF5C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6318" y="2444875"/>
            <a:ext cx="733425" cy="735341"/>
          </a:xfrm>
          <a:prstGeom prst="rect">
            <a:avLst/>
          </a:prstGeom>
        </p:spPr>
      </p:pic>
      <p:sp>
        <p:nvSpPr>
          <p:cNvPr id="17" name="テキスト ボックス 16">
            <a:extLst>
              <a:ext uri="{FF2B5EF4-FFF2-40B4-BE49-F238E27FC236}">
                <a16:creationId xmlns:a16="http://schemas.microsoft.com/office/drawing/2014/main" id="{670B2B03-CB11-4C31-A7CD-BA65F935481F}"/>
              </a:ext>
            </a:extLst>
          </p:cNvPr>
          <p:cNvSpPr txBox="1"/>
          <p:nvPr/>
        </p:nvSpPr>
        <p:spPr>
          <a:xfrm>
            <a:off x="7138417" y="3313427"/>
            <a:ext cx="2249226" cy="646331"/>
          </a:xfrm>
          <a:prstGeom prst="rect">
            <a:avLst/>
          </a:prstGeom>
          <a:noFill/>
        </p:spPr>
        <p:txBody>
          <a:bodyPr wrap="square" rtlCol="0">
            <a:spAutoFit/>
          </a:bodyPr>
          <a:lstStyle/>
          <a:p>
            <a:r>
              <a:rPr kumimoji="1" lang="ja-JP" altLang="en-US" dirty="0"/>
              <a:t>一定時間経つと玉はもとに戻る</a:t>
            </a:r>
          </a:p>
        </p:txBody>
      </p:sp>
    </p:spTree>
    <p:extLst>
      <p:ext uri="{BB962C8B-B14F-4D97-AF65-F5344CB8AC3E}">
        <p14:creationId xmlns:p14="http://schemas.microsoft.com/office/powerpoint/2010/main" val="581867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2E7901E-D909-44B6-8937-1E9F4AA09950}"/>
              </a:ext>
            </a:extLst>
          </p:cNvPr>
          <p:cNvSpPr txBox="1"/>
          <p:nvPr/>
        </p:nvSpPr>
        <p:spPr>
          <a:xfrm>
            <a:off x="0" y="0"/>
            <a:ext cx="8058150" cy="769441"/>
          </a:xfrm>
          <a:prstGeom prst="rect">
            <a:avLst/>
          </a:prstGeom>
          <a:noFill/>
        </p:spPr>
        <p:txBody>
          <a:bodyPr wrap="square" rtlCol="0">
            <a:spAutoFit/>
          </a:bodyPr>
          <a:lstStyle/>
          <a:p>
            <a:r>
              <a:rPr kumimoji="1" lang="ja-JP" altLang="en-US" sz="4400" dirty="0"/>
              <a:t>ギミック：マップギミック</a:t>
            </a:r>
          </a:p>
        </p:txBody>
      </p:sp>
      <p:pic>
        <p:nvPicPr>
          <p:cNvPr id="6" name="図 5">
            <a:extLst>
              <a:ext uri="{FF2B5EF4-FFF2-40B4-BE49-F238E27FC236}">
                <a16:creationId xmlns:a16="http://schemas.microsoft.com/office/drawing/2014/main" id="{BB206747-C730-4345-9132-7D3DC22939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2355"/>
            <a:ext cx="2916174" cy="2916174"/>
          </a:xfrm>
          <a:prstGeom prst="rect">
            <a:avLst/>
          </a:prstGeom>
        </p:spPr>
      </p:pic>
      <p:pic>
        <p:nvPicPr>
          <p:cNvPr id="12" name="図 11">
            <a:extLst>
              <a:ext uri="{FF2B5EF4-FFF2-40B4-BE49-F238E27FC236}">
                <a16:creationId xmlns:a16="http://schemas.microsoft.com/office/drawing/2014/main" id="{63EC999B-7B50-44D0-9F0C-6D2F5B5E94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0988" y="0"/>
            <a:ext cx="2916174" cy="3260884"/>
          </a:xfrm>
          <a:prstGeom prst="rect">
            <a:avLst/>
          </a:prstGeom>
        </p:spPr>
      </p:pic>
      <p:pic>
        <p:nvPicPr>
          <p:cNvPr id="14" name="図 13">
            <a:extLst>
              <a:ext uri="{FF2B5EF4-FFF2-40B4-BE49-F238E27FC236}">
                <a16:creationId xmlns:a16="http://schemas.microsoft.com/office/drawing/2014/main" id="{1D9967A7-6E77-4EB7-88AB-772B3CDEEA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03861"/>
            <a:ext cx="2916174" cy="2954274"/>
          </a:xfrm>
          <a:prstGeom prst="rect">
            <a:avLst/>
          </a:prstGeom>
        </p:spPr>
      </p:pic>
      <p:pic>
        <p:nvPicPr>
          <p:cNvPr id="16" name="図 15">
            <a:extLst>
              <a:ext uri="{FF2B5EF4-FFF2-40B4-BE49-F238E27FC236}">
                <a16:creationId xmlns:a16="http://schemas.microsoft.com/office/drawing/2014/main" id="{8D3C8A58-5329-4525-936D-470AB34A19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90990" y="1249025"/>
            <a:ext cx="2876169" cy="3260884"/>
          </a:xfrm>
          <a:prstGeom prst="rect">
            <a:avLst/>
          </a:prstGeom>
        </p:spPr>
      </p:pic>
      <p:sp>
        <p:nvSpPr>
          <p:cNvPr id="17" name="テキスト ボックス 16">
            <a:extLst>
              <a:ext uri="{FF2B5EF4-FFF2-40B4-BE49-F238E27FC236}">
                <a16:creationId xmlns:a16="http://schemas.microsoft.com/office/drawing/2014/main" id="{9F976FB8-4932-4919-98FE-841351D4BB40}"/>
              </a:ext>
            </a:extLst>
          </p:cNvPr>
          <p:cNvSpPr txBox="1"/>
          <p:nvPr/>
        </p:nvSpPr>
        <p:spPr>
          <a:xfrm>
            <a:off x="0" y="769441"/>
            <a:ext cx="2236510" cy="584775"/>
          </a:xfrm>
          <a:prstGeom prst="rect">
            <a:avLst/>
          </a:prstGeom>
          <a:noFill/>
        </p:spPr>
        <p:txBody>
          <a:bodyPr wrap="none" rtlCol="0">
            <a:spAutoFit/>
          </a:bodyPr>
          <a:lstStyle/>
          <a:p>
            <a:r>
              <a:rPr kumimoji="1" lang="ja-JP" altLang="en-US" sz="3200" dirty="0"/>
              <a:t>切り替え床</a:t>
            </a:r>
          </a:p>
        </p:txBody>
      </p:sp>
      <p:sp>
        <p:nvSpPr>
          <p:cNvPr id="18" name="テキスト ボックス 17">
            <a:extLst>
              <a:ext uri="{FF2B5EF4-FFF2-40B4-BE49-F238E27FC236}">
                <a16:creationId xmlns:a16="http://schemas.microsoft.com/office/drawing/2014/main" id="{E9CFCC5E-09E6-49BD-ABEB-70A737CC8690}"/>
              </a:ext>
            </a:extLst>
          </p:cNvPr>
          <p:cNvSpPr txBox="1"/>
          <p:nvPr/>
        </p:nvSpPr>
        <p:spPr>
          <a:xfrm>
            <a:off x="5821640" y="1354216"/>
            <a:ext cx="4324350" cy="923330"/>
          </a:xfrm>
          <a:prstGeom prst="rect">
            <a:avLst/>
          </a:prstGeom>
          <a:noFill/>
        </p:spPr>
        <p:txBody>
          <a:bodyPr wrap="square" rtlCol="0">
            <a:spAutoFit/>
          </a:bodyPr>
          <a:lstStyle/>
          <a:p>
            <a:r>
              <a:rPr kumimoji="1" lang="ja-JP" altLang="en-US" dirty="0"/>
              <a:t>透明状態ではすり抜け、ダッシュ</a:t>
            </a:r>
            <a:r>
              <a:rPr lang="ja-JP" altLang="en-US" dirty="0"/>
              <a:t>することで乗ることができる、凸のほうからはすり抜けて上に乗れる</a:t>
            </a:r>
            <a:endParaRPr lang="en-US" altLang="ja-JP" dirty="0"/>
          </a:p>
        </p:txBody>
      </p:sp>
      <p:sp>
        <p:nvSpPr>
          <p:cNvPr id="19" name="テキスト ボックス 18">
            <a:extLst>
              <a:ext uri="{FF2B5EF4-FFF2-40B4-BE49-F238E27FC236}">
                <a16:creationId xmlns:a16="http://schemas.microsoft.com/office/drawing/2014/main" id="{361AEE38-D99F-4FA5-993B-03CBCD7227DD}"/>
              </a:ext>
            </a:extLst>
          </p:cNvPr>
          <p:cNvSpPr txBox="1"/>
          <p:nvPr/>
        </p:nvSpPr>
        <p:spPr>
          <a:xfrm>
            <a:off x="5821640" y="2677655"/>
            <a:ext cx="3185487" cy="369332"/>
          </a:xfrm>
          <a:prstGeom prst="rect">
            <a:avLst/>
          </a:prstGeom>
          <a:noFill/>
        </p:spPr>
        <p:txBody>
          <a:bodyPr wrap="none" rtlCol="0">
            <a:spAutoFit/>
          </a:bodyPr>
          <a:lstStyle/>
          <a:p>
            <a:r>
              <a:rPr kumimoji="1" lang="ja-JP" altLang="en-US" dirty="0"/>
              <a:t>青が不透明のときは赤が透明</a:t>
            </a:r>
          </a:p>
        </p:txBody>
      </p:sp>
      <p:sp>
        <p:nvSpPr>
          <p:cNvPr id="20" name="テキスト ボックス 19">
            <a:extLst>
              <a:ext uri="{FF2B5EF4-FFF2-40B4-BE49-F238E27FC236}">
                <a16:creationId xmlns:a16="http://schemas.microsoft.com/office/drawing/2014/main" id="{24107AEE-A5FD-4118-BB8D-883C7692D9EA}"/>
              </a:ext>
            </a:extLst>
          </p:cNvPr>
          <p:cNvSpPr txBox="1"/>
          <p:nvPr/>
        </p:nvSpPr>
        <p:spPr>
          <a:xfrm>
            <a:off x="0" y="3393227"/>
            <a:ext cx="1005403" cy="584775"/>
          </a:xfrm>
          <a:prstGeom prst="rect">
            <a:avLst/>
          </a:prstGeom>
          <a:noFill/>
        </p:spPr>
        <p:txBody>
          <a:bodyPr wrap="none" rtlCol="0">
            <a:spAutoFit/>
          </a:bodyPr>
          <a:lstStyle/>
          <a:p>
            <a:r>
              <a:rPr kumimoji="1" lang="ja-JP" altLang="en-US" sz="3200" dirty="0"/>
              <a:t>トゲ</a:t>
            </a:r>
          </a:p>
        </p:txBody>
      </p:sp>
      <p:sp>
        <p:nvSpPr>
          <p:cNvPr id="21" name="テキスト ボックス 20">
            <a:extLst>
              <a:ext uri="{FF2B5EF4-FFF2-40B4-BE49-F238E27FC236}">
                <a16:creationId xmlns:a16="http://schemas.microsoft.com/office/drawing/2014/main" id="{40DA1340-8840-4AF1-9923-DB2E0E1F165D}"/>
              </a:ext>
            </a:extLst>
          </p:cNvPr>
          <p:cNvSpPr txBox="1"/>
          <p:nvPr/>
        </p:nvSpPr>
        <p:spPr>
          <a:xfrm>
            <a:off x="0" y="3948172"/>
            <a:ext cx="1800493" cy="369332"/>
          </a:xfrm>
          <a:prstGeom prst="rect">
            <a:avLst/>
          </a:prstGeom>
          <a:noFill/>
        </p:spPr>
        <p:txBody>
          <a:bodyPr wrap="none" rtlCol="0">
            <a:spAutoFit/>
          </a:bodyPr>
          <a:lstStyle/>
          <a:p>
            <a:r>
              <a:rPr lang="ja-JP" altLang="en-US" dirty="0"/>
              <a:t>当たったら死ぬ</a:t>
            </a:r>
            <a:endParaRPr kumimoji="1" lang="ja-JP" altLang="en-US" dirty="0"/>
          </a:p>
        </p:txBody>
      </p:sp>
      <p:sp>
        <p:nvSpPr>
          <p:cNvPr id="22" name="テキスト ボックス 21">
            <a:extLst>
              <a:ext uri="{FF2B5EF4-FFF2-40B4-BE49-F238E27FC236}">
                <a16:creationId xmlns:a16="http://schemas.microsoft.com/office/drawing/2014/main" id="{43AE2112-0EC4-4592-A173-4A06F44AE85F}"/>
              </a:ext>
            </a:extLst>
          </p:cNvPr>
          <p:cNvSpPr txBox="1"/>
          <p:nvPr/>
        </p:nvSpPr>
        <p:spPr>
          <a:xfrm>
            <a:off x="0" y="4256884"/>
            <a:ext cx="1005403" cy="584775"/>
          </a:xfrm>
          <a:prstGeom prst="rect">
            <a:avLst/>
          </a:prstGeom>
          <a:noFill/>
        </p:spPr>
        <p:txBody>
          <a:bodyPr wrap="none" rtlCol="0">
            <a:spAutoFit/>
          </a:bodyPr>
          <a:lstStyle/>
          <a:p>
            <a:r>
              <a:rPr lang="ja-JP" altLang="en-US" sz="3200" dirty="0"/>
              <a:t>バネ</a:t>
            </a:r>
            <a:endParaRPr kumimoji="1" lang="ja-JP" altLang="en-US" sz="3200" dirty="0"/>
          </a:p>
        </p:txBody>
      </p:sp>
      <p:sp>
        <p:nvSpPr>
          <p:cNvPr id="23" name="テキスト ボックス 22">
            <a:extLst>
              <a:ext uri="{FF2B5EF4-FFF2-40B4-BE49-F238E27FC236}">
                <a16:creationId xmlns:a16="http://schemas.microsoft.com/office/drawing/2014/main" id="{17980EB3-A5AA-4447-A1D9-238F5AFA78A7}"/>
              </a:ext>
            </a:extLst>
          </p:cNvPr>
          <p:cNvSpPr txBox="1"/>
          <p:nvPr/>
        </p:nvSpPr>
        <p:spPr>
          <a:xfrm>
            <a:off x="0" y="4730709"/>
            <a:ext cx="8032968" cy="369332"/>
          </a:xfrm>
          <a:prstGeom prst="rect">
            <a:avLst/>
          </a:prstGeom>
          <a:noFill/>
        </p:spPr>
        <p:txBody>
          <a:bodyPr wrap="none" rtlCol="0">
            <a:spAutoFit/>
          </a:bodyPr>
          <a:lstStyle/>
          <a:p>
            <a:r>
              <a:rPr kumimoji="1" lang="ja-JP" altLang="en-US" dirty="0"/>
              <a:t>踏むと跳ねて床判定としてスタミナが回復する</a:t>
            </a:r>
            <a:r>
              <a:rPr lang="ja-JP" altLang="en-US" dirty="0"/>
              <a:t>、壁にもあったりするカモ？</a:t>
            </a:r>
            <a:endParaRPr kumimoji="1" lang="ja-JP" altLang="en-US" dirty="0"/>
          </a:p>
        </p:txBody>
      </p:sp>
      <p:sp>
        <p:nvSpPr>
          <p:cNvPr id="24" name="テキスト ボックス 23">
            <a:extLst>
              <a:ext uri="{FF2B5EF4-FFF2-40B4-BE49-F238E27FC236}">
                <a16:creationId xmlns:a16="http://schemas.microsoft.com/office/drawing/2014/main" id="{D3C5B118-6938-4EDB-BCF3-0FA63DBA26EA}"/>
              </a:ext>
            </a:extLst>
          </p:cNvPr>
          <p:cNvSpPr txBox="1"/>
          <p:nvPr/>
        </p:nvSpPr>
        <p:spPr>
          <a:xfrm>
            <a:off x="1" y="5136888"/>
            <a:ext cx="1826141" cy="584775"/>
          </a:xfrm>
          <a:prstGeom prst="rect">
            <a:avLst/>
          </a:prstGeom>
          <a:noFill/>
        </p:spPr>
        <p:txBody>
          <a:bodyPr wrap="none" rtlCol="0">
            <a:spAutoFit/>
          </a:bodyPr>
          <a:lstStyle/>
          <a:p>
            <a:r>
              <a:rPr kumimoji="1" lang="ja-JP" altLang="en-US" sz="3200" dirty="0"/>
              <a:t>プロペラ</a:t>
            </a:r>
          </a:p>
        </p:txBody>
      </p:sp>
      <p:sp>
        <p:nvSpPr>
          <p:cNvPr id="25" name="テキスト ボックス 24">
            <a:extLst>
              <a:ext uri="{FF2B5EF4-FFF2-40B4-BE49-F238E27FC236}">
                <a16:creationId xmlns:a16="http://schemas.microsoft.com/office/drawing/2014/main" id="{D2253D43-8C79-4742-AAF6-83DF8D93EEBB}"/>
              </a:ext>
            </a:extLst>
          </p:cNvPr>
          <p:cNvSpPr txBox="1"/>
          <p:nvPr/>
        </p:nvSpPr>
        <p:spPr>
          <a:xfrm>
            <a:off x="0" y="5570140"/>
            <a:ext cx="10110460" cy="369332"/>
          </a:xfrm>
          <a:prstGeom prst="rect">
            <a:avLst/>
          </a:prstGeom>
          <a:noFill/>
        </p:spPr>
        <p:txBody>
          <a:bodyPr wrap="none" rtlCol="0">
            <a:spAutoFit/>
          </a:bodyPr>
          <a:lstStyle/>
          <a:p>
            <a:r>
              <a:rPr kumimoji="1" lang="ja-JP" altLang="en-US" dirty="0"/>
              <a:t>風を出す、下から上に出せばプレイヤーは浮き、左右に出せば進行方向に追い風</a:t>
            </a:r>
            <a:r>
              <a:rPr lang="ja-JP" altLang="en-US" dirty="0"/>
              <a:t>を出したりする</a:t>
            </a:r>
            <a:endParaRPr kumimoji="1" lang="ja-JP" altLang="en-US" dirty="0"/>
          </a:p>
        </p:txBody>
      </p:sp>
      <p:sp>
        <p:nvSpPr>
          <p:cNvPr id="26" name="テキスト ボックス 25">
            <a:extLst>
              <a:ext uri="{FF2B5EF4-FFF2-40B4-BE49-F238E27FC236}">
                <a16:creationId xmlns:a16="http://schemas.microsoft.com/office/drawing/2014/main" id="{8A2CDE5E-F861-4829-B54A-F60CD8AD5F17}"/>
              </a:ext>
            </a:extLst>
          </p:cNvPr>
          <p:cNvSpPr txBox="1"/>
          <p:nvPr/>
        </p:nvSpPr>
        <p:spPr>
          <a:xfrm>
            <a:off x="1" y="5899374"/>
            <a:ext cx="5016117" cy="584775"/>
          </a:xfrm>
          <a:prstGeom prst="rect">
            <a:avLst/>
          </a:prstGeom>
          <a:noFill/>
        </p:spPr>
        <p:txBody>
          <a:bodyPr wrap="none" rtlCol="0">
            <a:spAutoFit/>
          </a:bodyPr>
          <a:lstStyle/>
          <a:p>
            <a:r>
              <a:rPr kumimoji="1" lang="ja-JP" altLang="en-US" sz="3200" dirty="0"/>
              <a:t>バンパー</a:t>
            </a:r>
            <a:r>
              <a:rPr kumimoji="1" lang="en-US" altLang="ja-JP" sz="3200" dirty="0"/>
              <a:t>(</a:t>
            </a:r>
            <a:r>
              <a:rPr kumimoji="1" lang="ja-JP" altLang="en-US" sz="3200" dirty="0"/>
              <a:t>作るのむずそう</a:t>
            </a:r>
            <a:r>
              <a:rPr kumimoji="1" lang="en-US" altLang="ja-JP" sz="3200" dirty="0"/>
              <a:t>)</a:t>
            </a:r>
            <a:endParaRPr kumimoji="1" lang="ja-JP" altLang="en-US" sz="3200" dirty="0"/>
          </a:p>
        </p:txBody>
      </p:sp>
      <p:sp>
        <p:nvSpPr>
          <p:cNvPr id="27" name="テキスト ボックス 26">
            <a:extLst>
              <a:ext uri="{FF2B5EF4-FFF2-40B4-BE49-F238E27FC236}">
                <a16:creationId xmlns:a16="http://schemas.microsoft.com/office/drawing/2014/main" id="{E1C66D7E-D686-4425-B8FC-BBFA881E0A77}"/>
              </a:ext>
            </a:extLst>
          </p:cNvPr>
          <p:cNvSpPr txBox="1"/>
          <p:nvPr/>
        </p:nvSpPr>
        <p:spPr>
          <a:xfrm>
            <a:off x="-39112" y="6409571"/>
            <a:ext cx="3416320" cy="369332"/>
          </a:xfrm>
          <a:prstGeom prst="rect">
            <a:avLst/>
          </a:prstGeom>
          <a:noFill/>
        </p:spPr>
        <p:txBody>
          <a:bodyPr wrap="none" rtlCol="0">
            <a:spAutoFit/>
          </a:bodyPr>
          <a:lstStyle/>
          <a:p>
            <a:r>
              <a:rPr kumimoji="1" lang="ja-JP" altLang="en-US" dirty="0"/>
              <a:t>当たると当たった方向に跳ねる</a:t>
            </a:r>
          </a:p>
        </p:txBody>
      </p:sp>
      <p:sp>
        <p:nvSpPr>
          <p:cNvPr id="28" name="楕円 27">
            <a:extLst>
              <a:ext uri="{FF2B5EF4-FFF2-40B4-BE49-F238E27FC236}">
                <a16:creationId xmlns:a16="http://schemas.microsoft.com/office/drawing/2014/main" id="{36B2F60E-A182-4C0C-BA22-793965CEE52D}"/>
              </a:ext>
            </a:extLst>
          </p:cNvPr>
          <p:cNvSpPr/>
          <p:nvPr/>
        </p:nvSpPr>
        <p:spPr>
          <a:xfrm>
            <a:off x="4933663" y="5914654"/>
            <a:ext cx="1028891" cy="9445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3AD833C7-16E6-4079-A4DA-CD460F943EC4}"/>
              </a:ext>
            </a:extLst>
          </p:cNvPr>
          <p:cNvSpPr txBox="1"/>
          <p:nvPr/>
        </p:nvSpPr>
        <p:spPr>
          <a:xfrm>
            <a:off x="5988546" y="6238814"/>
            <a:ext cx="2441694" cy="369332"/>
          </a:xfrm>
          <a:prstGeom prst="rect">
            <a:avLst/>
          </a:prstGeom>
          <a:noFill/>
        </p:spPr>
        <p:txBody>
          <a:bodyPr wrap="none" rtlCol="0">
            <a:spAutoFit/>
          </a:bodyPr>
          <a:lstStyle/>
          <a:p>
            <a:r>
              <a:rPr lang="ja-JP" altLang="en-US" dirty="0"/>
              <a:t>←見た目こんなの</a:t>
            </a:r>
            <a:r>
              <a:rPr lang="en-US" altLang="ja-JP" dirty="0"/>
              <a:t>(</a:t>
            </a:r>
            <a:r>
              <a:rPr lang="ja-JP" altLang="en-US" dirty="0"/>
              <a:t>仮</a:t>
            </a:r>
            <a:r>
              <a:rPr lang="en-US" altLang="ja-JP" dirty="0"/>
              <a:t>)</a:t>
            </a:r>
            <a:endParaRPr kumimoji="1" lang="ja-JP" altLang="en-US" dirty="0"/>
          </a:p>
        </p:txBody>
      </p:sp>
    </p:spTree>
    <p:extLst>
      <p:ext uri="{BB962C8B-B14F-4D97-AF65-F5344CB8AC3E}">
        <p14:creationId xmlns:p14="http://schemas.microsoft.com/office/powerpoint/2010/main" val="22814964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TotalTime>
  <Words>238</Words>
  <Application>Microsoft Office PowerPoint</Application>
  <PresentationFormat>ワイド画面</PresentationFormat>
  <Paragraphs>30</Paragraphs>
  <Slides>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vt:i4>
      </vt:variant>
    </vt:vector>
  </HeadingPairs>
  <TitlesOfParts>
    <vt:vector size="9"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百田　睦貴</dc:creator>
  <cp:lastModifiedBy>百田　睦貴</cp:lastModifiedBy>
  <cp:revision>13</cp:revision>
  <dcterms:created xsi:type="dcterms:W3CDTF">2026-06-02T03:07:07Z</dcterms:created>
  <dcterms:modified xsi:type="dcterms:W3CDTF">2026-06-04T06:54:36Z</dcterms:modified>
</cp:coreProperties>
</file>