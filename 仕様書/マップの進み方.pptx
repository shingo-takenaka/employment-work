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24FE01-2350-4F9C-BAB6-4B893F46A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C076BC-1A47-414D-98AE-2C38C868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1FB6CB-6ACF-44D4-AA66-DF8E44B8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8F2EDB-D5F7-47CD-879D-597806BD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3365B4-3EFF-4CC0-9E8A-6F27BB17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97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F49B1-78D2-40FE-A103-A9428BC1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75F94-5385-4F9C-8F2B-BA935AD09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A98C2-BF10-4FBC-A606-AA7C0F29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81B8B3-87E3-4EF7-B2A6-E2A2C9C6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656921-8CAC-4A9C-A829-64DE3DF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5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929B3-5B6D-44A0-9B86-8314A2A5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5FB259-ED75-43F5-8475-271A7C88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7D723E-EA06-4BD0-9CA4-956F7AE6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1C07B3-9A1A-405F-B76D-0103D394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D94AD-A7D7-41B0-8CEB-5FBC2FF4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18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B97F2-C34C-4D2C-8830-F1CF19E1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071BE9-BA92-4666-9285-F6EC77B4E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773B25-3A0E-41AC-AFA6-CE7DFE54C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26C794-E847-466C-B292-71D57339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37C60E-6099-461B-8FE2-DF089179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E826AA-0E4E-4CB5-8C03-1C9BB231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68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2B777-D784-467E-92B4-20488800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72639B-BF05-4D55-83D8-F44A5D50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20892D-89ED-4705-9A1B-A6DE379D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3BD430-D17C-4BF9-BAD1-1247C5558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5BA3AC-6AA7-4320-AB67-F8A0FEC0E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BABCE6-D193-4C74-8672-7ABB87B2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B8FAF9-7A44-4B3F-A49F-8ECD847E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14D825-813B-4925-9303-7A572236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60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42951-552B-4A53-9276-EFA2FDE6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D01E2A-1A4F-4FBB-8C64-31A8F659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233ADC-2307-4661-988A-4A73D455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8E1CC3-BDF9-4B14-A861-B2E3758CA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38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E25115-E1E8-4255-84FC-5F6F9B89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59F0F2-FC0D-4F29-A469-25406360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C62743-3F9C-45C1-96B2-654A9082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583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A644AC-3510-49C7-8C06-558477CC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E0DA76-B3B2-4DCD-ADDA-31F65E68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99101A-2FDA-431A-B09D-C0762C2CE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EAA88F-EFFC-4F0E-958B-A6ABD1E4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D73F28-E008-47D6-B71F-2A13E088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3A4072-4D91-420A-8204-09848B4D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275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1AE8B8-FC93-49AF-A12A-B0E46A20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1B93C3F-DAA8-4B5F-A598-67C3F4715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C60AA2-6CD9-47C0-B402-5C4ADA52F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C444C0-EC74-405B-8957-B8F93D02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CB7BC0-0702-4B26-9101-AD60EC59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979338-A1EB-4A87-B299-73C209E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73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1C5D3E-196B-4761-9500-F03CD7B2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8B0227-2024-4E55-AD8C-121720F90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1C2A6-848F-4C64-9958-88642FD1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81B923-CCE6-4A61-9756-3808E591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317AF-E027-4F3F-9995-E2B2796E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48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074DD9-6A82-469C-9502-7C6BAA628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4CD893-1DF2-4F4A-885A-5DA38915D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23C476-2213-4431-A188-94920892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5E7A10-B017-489A-9C6B-7D713EB4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A9C90A-281D-48D7-BF84-8035DDC2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26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B935FC-D425-4129-AFB9-44352A76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6CD0E5-BE53-4E44-9151-953A4CF23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5365FC-EEE8-45DD-8BC3-44103C273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B0F4C-8760-4866-9F5C-A17093464FAC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DB663C-8A87-4161-A7B3-2EEF9888D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9BCEF0-1261-4558-888B-DDC25FA08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EC7DE-06B0-4253-8E76-D972C305E7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37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E8822D-1D30-488D-89BA-270A88A9E2AB}"/>
              </a:ext>
            </a:extLst>
          </p:cNvPr>
          <p:cNvSpPr txBox="1"/>
          <p:nvPr/>
        </p:nvSpPr>
        <p:spPr>
          <a:xfrm>
            <a:off x="0" y="2491414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/>
              <a:t>HD-2D</a:t>
            </a:r>
            <a:r>
              <a:rPr kumimoji="1" lang="ja-JP" altLang="en-US" sz="4400" dirty="0"/>
              <a:t>ゲームってどういう進み方すればいいんや！！！！！！</a:t>
            </a:r>
            <a:endParaRPr kumimoji="1"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362216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1</cp:revision>
  <dcterms:created xsi:type="dcterms:W3CDTF">2026-06-04T07:16:30Z</dcterms:created>
  <dcterms:modified xsi:type="dcterms:W3CDTF">2026-06-04T07:20:43Z</dcterms:modified>
</cp:coreProperties>
</file>