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3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AF366E-A704-480A-89E2-C7B72D5B4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E82943A-0D9A-4AD8-BE9E-067EEC635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B1DF4B-01E8-46C0-8BEC-BD46F8B9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DEA0-79CC-47BA-924D-403B07C28CBF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818475-91CA-46F7-B364-2816D621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241AAE-FB00-4E17-A8FF-103C7B0A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7D3DB-6355-4BCB-8251-4229C1197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172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96E8FF-CB91-4C36-952A-DB2DC6527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C515C1-FC58-4410-AB9C-144929F6D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E6A5F0-E80D-4ACE-9119-10461939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DEA0-79CC-47BA-924D-403B07C28CBF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0F1270-C9BC-4C46-AB11-93F4E5141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5A9B7E-55F9-4A46-9EA1-4E93C9C3B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7D3DB-6355-4BCB-8251-4229C1197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148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CBB464-706B-480A-8CD2-9736A5B2F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4BEEE26-8A21-47FF-8FE9-CCFF59B36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2CAB90-C708-4C54-B237-A27324083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DEA0-79CC-47BA-924D-403B07C28CBF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60FB51-3F1B-45CA-8366-39FE59B7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35098E-430D-44B1-923D-B4CE3206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7D3DB-6355-4BCB-8251-4229C1197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8624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6BDC38-3D9D-4DFD-87B5-9B0669CC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0B75D9-4CEC-4833-BB63-235905C02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6DBFFC-6361-47EB-B5DB-3B193B955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F01536-4479-4DEC-93AF-30C407DDB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DEA0-79CC-47BA-924D-403B07C28CBF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18D1B6-3823-4EFA-8D5C-F843CF4A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B2A474-4BDD-4CCB-95AA-5BEDD8FD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7D3DB-6355-4BCB-8251-4229C1197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9955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D200F6-17A3-4930-B5C4-5F72EC9F6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A7D392-B33C-4474-9B72-38907DBB1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981E14-0BC8-45E3-9D96-95F862A37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F5575A3-FE0F-4446-BD95-B1FFCA7F7C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270651-75A9-4A03-84CB-A33889E81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A0311D9-D300-4DA9-AE73-FE8D7F80A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DEA0-79CC-47BA-924D-403B07C28CBF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75EC011-41B4-4B73-B039-32390C2BA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578A86D-BE6F-4D45-97E7-8AF643FB4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7D3DB-6355-4BCB-8251-4229C1197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87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83D154-F9B2-4F6C-9429-14DD2DB9D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6908563-86F5-4022-B510-41F7800D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DEA0-79CC-47BA-924D-403B07C28CBF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4F002FC-7D65-4C68-B37F-C20070779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46C88A2-8C88-409C-BCE6-7E41A2F4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7D3DB-6355-4BCB-8251-4229C1197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023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59B61D7-011A-4FF8-BB1E-20E06264C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DEA0-79CC-47BA-924D-403B07C28CBF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65B447-6E29-4672-B15D-793CF338A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E81942-A18B-464D-AB73-DEFF103CB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7D3DB-6355-4BCB-8251-4229C1197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01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3D7E80-2295-4044-AABD-F2234261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F80C81-B0ED-406A-81D3-1C9BF5487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4AD2DB-E00E-4F24-82F2-609B26B08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7A9267-CA3D-43E6-8963-8CAF68DF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DEA0-79CC-47BA-924D-403B07C28CBF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305255-D01F-4D06-B29C-FAEEA291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95A5F5-4E3C-46DA-9C85-11EFA5790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7D3DB-6355-4BCB-8251-4229C1197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3027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A4CDC-DCD9-4EA9-AF66-9D94828DE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6C0F780-D3C3-4266-9B55-B844276C4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29DBCC-94F7-4A4A-9500-6E61F9F0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D09DA0-39EF-403D-BFC0-0108617AE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DEA0-79CC-47BA-924D-403B07C28CBF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997A4E-9AA2-462F-8750-B7B40F80E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CC6DD2-D020-4D02-B1AD-897C544F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7D3DB-6355-4BCB-8251-4229C1197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104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8E01E8-DF44-4BDB-8B2C-C1DEDCE9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AE494F-0B93-47FE-9BD9-E23F74B76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E69458-8F8B-408D-B30C-AE565FE8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DEA0-79CC-47BA-924D-403B07C28CBF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9EC600-72CC-453D-AEF8-41B5EE36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38F0D8-52BD-4045-B22A-5CF16B070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7D3DB-6355-4BCB-8251-4229C1197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802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BC1BAD0-6DD2-41F9-9E11-8304205E5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FA3FA1-7D83-4D3B-BC13-9A8F96FF9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6B6F85-759A-4023-9181-67747431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DEA0-79CC-47BA-924D-403B07C28CBF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EC16DE-2084-4634-8929-B39E9B7B7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79A492-12DC-41F6-8455-34DCE708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7D3DB-6355-4BCB-8251-4229C1197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91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D32FF23-3F11-48B2-946C-02F1E211F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F1BD72-451D-47BD-827C-BD7DB0033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96B798-D6EF-40C8-B9CA-9DC410712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5DEA0-79CC-47BA-924D-403B07C28CBF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801CC0-E5F9-4747-A70D-CA573C427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58F17E-279F-499F-BAFC-6EC4E1547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7D3DB-6355-4BCB-8251-4229C11972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451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EB93A63-2881-4F18-9510-BF1CAFD45B90}"/>
              </a:ext>
            </a:extLst>
          </p:cNvPr>
          <p:cNvSpPr txBox="1"/>
          <p:nvPr/>
        </p:nvSpPr>
        <p:spPr>
          <a:xfrm>
            <a:off x="842962" y="314325"/>
            <a:ext cx="10301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/>
              <a:t>タイトル </a:t>
            </a:r>
            <a:r>
              <a:rPr lang="en-US" altLang="ja-JP" sz="4000" dirty="0"/>
              <a:t>: Ninja</a:t>
            </a:r>
            <a:r>
              <a:rPr lang="ja-JP" altLang="en-US" sz="4000" dirty="0"/>
              <a:t> </a:t>
            </a:r>
            <a:r>
              <a:rPr lang="en-US" altLang="ja-JP" sz="4000" dirty="0"/>
              <a:t>Run(</a:t>
            </a:r>
            <a:r>
              <a:rPr lang="ja-JP" altLang="en-US" sz="4000" dirty="0"/>
              <a:t>考え中</a:t>
            </a:r>
            <a:r>
              <a:rPr lang="en-US" altLang="ja-JP" sz="4000" dirty="0"/>
              <a:t>)</a:t>
            </a:r>
            <a:endParaRPr kumimoji="1" lang="ja-JP" altLang="en-US" sz="40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F9D12E9-B4FA-48C3-84F8-0ADB7F21E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4" y="1785718"/>
            <a:ext cx="5004256" cy="4500781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BE9138-F8EB-4304-A918-17FF0FF73298}"/>
              </a:ext>
            </a:extLst>
          </p:cNvPr>
          <p:cNvSpPr txBox="1"/>
          <p:nvPr/>
        </p:nvSpPr>
        <p:spPr>
          <a:xfrm>
            <a:off x="6096000" y="3296314"/>
            <a:ext cx="5791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・横スクロール</a:t>
            </a:r>
            <a:r>
              <a:rPr kumimoji="1" lang="en-US" altLang="ja-JP" sz="2800" dirty="0"/>
              <a:t>HD2D</a:t>
            </a:r>
            <a:r>
              <a:rPr kumimoji="1" lang="ja-JP" altLang="en-US" sz="2800" dirty="0"/>
              <a:t>アクション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6895FE1-F011-4533-961B-2A3653BC25A2}"/>
              </a:ext>
            </a:extLst>
          </p:cNvPr>
          <p:cNvSpPr txBox="1"/>
          <p:nvPr/>
        </p:nvSpPr>
        <p:spPr>
          <a:xfrm>
            <a:off x="6096000" y="4002639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・ハイテンポで爽快にクリア！！</a:t>
            </a:r>
          </a:p>
        </p:txBody>
      </p:sp>
    </p:spTree>
    <p:extLst>
      <p:ext uri="{BB962C8B-B14F-4D97-AF65-F5344CB8AC3E}">
        <p14:creationId xmlns:p14="http://schemas.microsoft.com/office/powerpoint/2010/main" val="545054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DB5A1CC-F5BD-42B8-90B2-7CE6E4D0289E}"/>
              </a:ext>
            </a:extLst>
          </p:cNvPr>
          <p:cNvSpPr txBox="1"/>
          <p:nvPr/>
        </p:nvSpPr>
        <p:spPr>
          <a:xfrm>
            <a:off x="292472" y="170049"/>
            <a:ext cx="549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町中を壁キックや空中ダッシュなどを利用して様々なステージを進んでく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BC2E466-7AC9-48CE-A1BD-0E1B9F185211}"/>
              </a:ext>
            </a:extLst>
          </p:cNvPr>
          <p:cNvSpPr txBox="1"/>
          <p:nvPr/>
        </p:nvSpPr>
        <p:spPr>
          <a:xfrm>
            <a:off x="292472" y="1059267"/>
            <a:ext cx="4808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マップ上にある様々なギミックを利用して敵をかいくぐりゴールを目指そう！！</a:t>
            </a:r>
          </a:p>
        </p:txBody>
      </p:sp>
    </p:spTree>
    <p:extLst>
      <p:ext uri="{BB962C8B-B14F-4D97-AF65-F5344CB8AC3E}">
        <p14:creationId xmlns:p14="http://schemas.microsoft.com/office/powerpoint/2010/main" val="704128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53</Words>
  <Application>Microsoft Office PowerPoint</Application>
  <PresentationFormat>ワイド画面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百田　睦貴</dc:creator>
  <cp:lastModifiedBy>百田　睦貴</cp:lastModifiedBy>
  <cp:revision>12</cp:revision>
  <dcterms:created xsi:type="dcterms:W3CDTF">2026-05-28T01:31:32Z</dcterms:created>
  <dcterms:modified xsi:type="dcterms:W3CDTF">2026-06-04T07:10:14Z</dcterms:modified>
</cp:coreProperties>
</file>